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4"/>
  </p:sldMasterIdLst>
  <p:notesMasterIdLst>
    <p:notesMasterId r:id="rId29"/>
  </p:notesMasterIdLst>
  <p:handoutMasterIdLst>
    <p:handoutMasterId r:id="rId30"/>
  </p:handoutMasterIdLst>
  <p:sldIdLst>
    <p:sldId id="382" r:id="rId5"/>
    <p:sldId id="354" r:id="rId6"/>
    <p:sldId id="383" r:id="rId7"/>
    <p:sldId id="384" r:id="rId8"/>
    <p:sldId id="385" r:id="rId9"/>
    <p:sldId id="341" r:id="rId10"/>
    <p:sldId id="386" r:id="rId11"/>
    <p:sldId id="394" r:id="rId12"/>
    <p:sldId id="403" r:id="rId13"/>
    <p:sldId id="404" r:id="rId14"/>
    <p:sldId id="406" r:id="rId15"/>
    <p:sldId id="407" r:id="rId16"/>
    <p:sldId id="390" r:id="rId17"/>
    <p:sldId id="391" r:id="rId18"/>
    <p:sldId id="405" r:id="rId19"/>
    <p:sldId id="398" r:id="rId20"/>
    <p:sldId id="408" r:id="rId21"/>
    <p:sldId id="393" r:id="rId22"/>
    <p:sldId id="399" r:id="rId23"/>
    <p:sldId id="400" r:id="rId24"/>
    <p:sldId id="401" r:id="rId25"/>
    <p:sldId id="402" r:id="rId26"/>
    <p:sldId id="409" r:id="rId27"/>
    <p:sldId id="410" r:id="rId28"/>
  </p:sldIdLst>
  <p:sldSz cx="9144000" cy="5143500" type="screen16x9"/>
  <p:notesSz cx="6858000" cy="9144000"/>
  <p:custDataLst>
    <p:tags r:id="rId3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5640" userDrawn="1">
          <p15:clr>
            <a:srgbClr val="A4A3A4"/>
          </p15:clr>
        </p15:guide>
        <p15:guide id="3" orient="horz" pos="420" userDrawn="1">
          <p15:clr>
            <a:srgbClr val="A4A3A4"/>
          </p15:clr>
        </p15:guide>
        <p15:guide id="4" pos="2880" userDrawn="1">
          <p15:clr>
            <a:srgbClr val="A4A3A4"/>
          </p15:clr>
        </p15:guide>
        <p15:guide id="5" pos="120" userDrawn="1">
          <p15:clr>
            <a:srgbClr val="A4A3A4"/>
          </p15:clr>
        </p15:guide>
        <p15:guide id="6" orient="horz" pos="180" userDrawn="1">
          <p15:clr>
            <a:srgbClr val="A4A3A4"/>
          </p15:clr>
        </p15:guide>
        <p15:guide id="7" orient="horz" pos="31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CECEC"/>
    <a:srgbClr val="626161"/>
    <a:srgbClr val="1B8EC5"/>
    <a:srgbClr val="015289"/>
    <a:srgbClr val="6AC6EF"/>
    <a:srgbClr val="FDB930"/>
    <a:srgbClr val="F37441"/>
    <a:srgbClr val="FFD545"/>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2EE668-6175-4B18-91E7-7BF091A24EA4}" v="2" dt="2019-11-18T12:06:33.538"/>
    <p1510:client id="{286FC521-311C-40B8-B76E-149930124309}" v="1" dt="2019-11-12T05:54:41.264"/>
    <p1510:client id="{3D3C3396-E6FF-43FC-9019-02A445C419E5}" v="118" dt="2019-11-27T08:24:08.020"/>
    <p1510:client id="{446359A1-5C4F-4D34-A429-0777EC4EDB9E}" v="2" dt="2019-11-27T08:16:18.593"/>
    <p1510:client id="{60E38789-BAC2-43B3-9397-CE3A9FA0C829}" v="5" dt="2019-11-14T06:54:45.252"/>
    <p1510:client id="{7468C747-9C0B-4C2A-B341-B0D8544DF611}" v="1" dt="2019-11-21T10:14:48.2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8" d="100"/>
          <a:sy n="88" d="100"/>
        </p:scale>
        <p:origin x="660" y="56"/>
      </p:cViewPr>
      <p:guideLst>
        <p:guide orient="horz" pos="1620"/>
        <p:guide pos="5640"/>
        <p:guide orient="horz" pos="420"/>
        <p:guide pos="2880"/>
        <p:guide pos="120"/>
        <p:guide orient="horz" pos="180"/>
        <p:guide orient="horz" pos="310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diarajan Ganapathysamy (TECH)" userId="S::pa332514@wipro.com::6a4bfbe6-7c9d-4ca8-aa14-66a8b3782768" providerId="AD" clId="Web-{60E38789-BAC2-43B3-9397-CE3A9FA0C829}"/>
    <pc:docChg chg="modSld">
      <pc:chgData name="Pandiarajan Ganapathysamy (TECH)" userId="S::pa332514@wipro.com::6a4bfbe6-7c9d-4ca8-aa14-66a8b3782768" providerId="AD" clId="Web-{60E38789-BAC2-43B3-9397-CE3A9FA0C829}" dt="2019-11-14T06:54:45.252" v="4" actId="20577"/>
      <pc:docMkLst>
        <pc:docMk/>
      </pc:docMkLst>
      <pc:sldChg chg="modSp">
        <pc:chgData name="Pandiarajan Ganapathysamy (TECH)" userId="S::pa332514@wipro.com::6a4bfbe6-7c9d-4ca8-aa14-66a8b3782768" providerId="AD" clId="Web-{60E38789-BAC2-43B3-9397-CE3A9FA0C829}" dt="2019-11-14T06:51:05.312" v="2" actId="20577"/>
        <pc:sldMkLst>
          <pc:docMk/>
          <pc:sldMk cId="781708188" sldId="384"/>
        </pc:sldMkLst>
        <pc:spChg chg="mod">
          <ac:chgData name="Pandiarajan Ganapathysamy (TECH)" userId="S::pa332514@wipro.com::6a4bfbe6-7c9d-4ca8-aa14-66a8b3782768" providerId="AD" clId="Web-{60E38789-BAC2-43B3-9397-CE3A9FA0C829}" dt="2019-11-14T06:51:05.312" v="2" actId="20577"/>
          <ac:spMkLst>
            <pc:docMk/>
            <pc:sldMk cId="781708188" sldId="384"/>
            <ac:spMk id="3" creationId="{F79B936C-2800-405B-A8AC-FA2D2FB77020}"/>
          </ac:spMkLst>
        </pc:spChg>
      </pc:sldChg>
    </pc:docChg>
  </pc:docChgLst>
  <pc:docChgLst>
    <pc:chgData name="Vignesh B (Industrial &amp; Engineering Services (I&amp;ES))" userId="S::vi391762@wipro.com::f54ec9a4-e4fc-4813-aee6-251db5771d5f" providerId="AD" clId="Web-{7468C747-9C0B-4C2A-B341-B0D8544DF611}"/>
    <pc:docChg chg="modSld">
      <pc:chgData name="Vignesh B (Industrial &amp; Engineering Services (I&amp;ES))" userId="S::vi391762@wipro.com::f54ec9a4-e4fc-4813-aee6-251db5771d5f" providerId="AD" clId="Web-{7468C747-9C0B-4C2A-B341-B0D8544DF611}" dt="2019-11-21T10:14:48.218" v="0" actId="14100"/>
      <pc:docMkLst>
        <pc:docMk/>
      </pc:docMkLst>
      <pc:sldChg chg="modSp">
        <pc:chgData name="Vignesh B (Industrial &amp; Engineering Services (I&amp;ES))" userId="S::vi391762@wipro.com::f54ec9a4-e4fc-4813-aee6-251db5771d5f" providerId="AD" clId="Web-{7468C747-9C0B-4C2A-B341-B0D8544DF611}" dt="2019-11-21T10:14:48.218" v="0" actId="14100"/>
        <pc:sldMkLst>
          <pc:docMk/>
          <pc:sldMk cId="1142372586" sldId="385"/>
        </pc:sldMkLst>
        <pc:spChg chg="mod">
          <ac:chgData name="Vignesh B (Industrial &amp; Engineering Services (I&amp;ES))" userId="S::vi391762@wipro.com::f54ec9a4-e4fc-4813-aee6-251db5771d5f" providerId="AD" clId="Web-{7468C747-9C0B-4C2A-B341-B0D8544DF611}" dt="2019-11-21T10:14:48.218" v="0" actId="14100"/>
          <ac:spMkLst>
            <pc:docMk/>
            <pc:sldMk cId="1142372586" sldId="385"/>
            <ac:spMk id="3" creationId="{914A6384-4F24-447B-BC00-DB677996FFB9}"/>
          </ac:spMkLst>
        </pc:spChg>
      </pc:sldChg>
    </pc:docChg>
  </pc:docChgLst>
  <pc:docChgLst>
    <pc:chgData name="Chanda Ramathulasi - (MAS)" userId="S::ch20110888@wipro.com::363d63fb-abe8-4109-af39-702798e9883d" providerId="AD" clId="Web-{446359A1-5C4F-4D34-A429-0777EC4EDB9E}"/>
    <pc:docChg chg="modSld">
      <pc:chgData name="Chanda Ramathulasi - (MAS)" userId="S::ch20110888@wipro.com::363d63fb-abe8-4109-af39-702798e9883d" providerId="AD" clId="Web-{446359A1-5C4F-4D34-A429-0777EC4EDB9E}" dt="2019-11-27T08:16:18.593" v="1" actId="20577"/>
      <pc:docMkLst>
        <pc:docMk/>
      </pc:docMkLst>
      <pc:sldChg chg="modSp">
        <pc:chgData name="Chanda Ramathulasi - (MAS)" userId="S::ch20110888@wipro.com::363d63fb-abe8-4109-af39-702798e9883d" providerId="AD" clId="Web-{446359A1-5C4F-4D34-A429-0777EC4EDB9E}" dt="2019-11-27T08:16:18.593" v="0" actId="20577"/>
        <pc:sldMkLst>
          <pc:docMk/>
          <pc:sldMk cId="2997900794" sldId="342"/>
        </pc:sldMkLst>
        <pc:spChg chg="mod">
          <ac:chgData name="Chanda Ramathulasi - (MAS)" userId="S::ch20110888@wipro.com::363d63fb-abe8-4109-af39-702798e9883d" providerId="AD" clId="Web-{446359A1-5C4F-4D34-A429-0777EC4EDB9E}" dt="2019-11-27T08:16:18.593" v="0" actId="20577"/>
          <ac:spMkLst>
            <pc:docMk/>
            <pc:sldMk cId="2997900794" sldId="342"/>
            <ac:spMk id="7" creationId="{00000000-0000-0000-0000-000000000000}"/>
          </ac:spMkLst>
        </pc:spChg>
      </pc:sldChg>
    </pc:docChg>
  </pc:docChgLst>
  <pc:docChgLst>
    <pc:chgData name="Chanda Ramathulasi - (MAS)" userId="S::ch20110888@wipro.com::363d63fb-abe8-4109-af39-702798e9883d" providerId="AD" clId="Web-{3D3C3396-E6FF-43FC-9019-02A445C419E5}"/>
    <pc:docChg chg="modSld">
      <pc:chgData name="Chanda Ramathulasi - (MAS)" userId="S::ch20110888@wipro.com::363d63fb-abe8-4109-af39-702798e9883d" providerId="AD" clId="Web-{3D3C3396-E6FF-43FC-9019-02A445C419E5}" dt="2019-11-27T08:24:08.020" v="117" actId="20577"/>
      <pc:docMkLst>
        <pc:docMk/>
      </pc:docMkLst>
      <pc:sldChg chg="modSp">
        <pc:chgData name="Chanda Ramathulasi - (MAS)" userId="S::ch20110888@wipro.com::363d63fb-abe8-4109-af39-702798e9883d" providerId="AD" clId="Web-{3D3C3396-E6FF-43FC-9019-02A445C419E5}" dt="2019-11-27T08:24:08.005" v="116" actId="20577"/>
        <pc:sldMkLst>
          <pc:docMk/>
          <pc:sldMk cId="2997900794" sldId="342"/>
        </pc:sldMkLst>
        <pc:spChg chg="mod">
          <ac:chgData name="Chanda Ramathulasi - (MAS)" userId="S::ch20110888@wipro.com::363d63fb-abe8-4109-af39-702798e9883d" providerId="AD" clId="Web-{3D3C3396-E6FF-43FC-9019-02A445C419E5}" dt="2019-11-27T08:24:08.005" v="116" actId="20577"/>
          <ac:spMkLst>
            <pc:docMk/>
            <pc:sldMk cId="2997900794" sldId="342"/>
            <ac:spMk id="7" creationId="{00000000-0000-0000-0000-000000000000}"/>
          </ac:spMkLst>
        </pc:spChg>
      </pc:sldChg>
    </pc:docChg>
  </pc:docChgLst>
  <pc:docChgLst>
    <pc:chgData name="Alisha Setia (Industrial &amp; Engineering Services (I&amp;ES))" userId="S::al388990@wipro.com::b270bb53-5d57-4cd7-a34c-76240bc64b81" providerId="AD" clId="Web-{1A2EE668-6175-4B18-91E7-7BF091A24EA4}"/>
    <pc:docChg chg="modSld">
      <pc:chgData name="Alisha Setia (Industrial &amp; Engineering Services (I&amp;ES))" userId="S::al388990@wipro.com::b270bb53-5d57-4cd7-a34c-76240bc64b81" providerId="AD" clId="Web-{1A2EE668-6175-4B18-91E7-7BF091A24EA4}" dt="2019-11-18T12:06:33.538" v="1" actId="20577"/>
      <pc:docMkLst>
        <pc:docMk/>
      </pc:docMkLst>
      <pc:sldChg chg="modSp">
        <pc:chgData name="Alisha Setia (Industrial &amp; Engineering Services (I&amp;ES))" userId="S::al388990@wipro.com::b270bb53-5d57-4cd7-a34c-76240bc64b81" providerId="AD" clId="Web-{1A2EE668-6175-4B18-91E7-7BF091A24EA4}" dt="2019-11-18T12:06:33.538" v="1" actId="20577"/>
        <pc:sldMkLst>
          <pc:docMk/>
          <pc:sldMk cId="4274438759" sldId="301"/>
        </pc:sldMkLst>
        <pc:spChg chg="mod">
          <ac:chgData name="Alisha Setia (Industrial &amp; Engineering Services (I&amp;ES))" userId="S::al388990@wipro.com::b270bb53-5d57-4cd7-a34c-76240bc64b81" providerId="AD" clId="Web-{1A2EE668-6175-4B18-91E7-7BF091A24EA4}" dt="2019-11-18T12:06:33.538" v="1" actId="20577"/>
          <ac:spMkLst>
            <pc:docMk/>
            <pc:sldMk cId="4274438759" sldId="301"/>
            <ac:spMk id="4" creationId="{00000000-0000-0000-0000-000000000000}"/>
          </ac:spMkLst>
        </pc:spChg>
      </pc:sldChg>
    </pc:docChg>
  </pc:docChgLst>
  <pc:docChgLst>
    <pc:chgData name="Sathiya Sadasivam (COMMS-NORTH AMERICA)" userId="S::sa272230@wipro.com::d0cb3200-1683-4e66-8627-13c7dd9ff002" providerId="AD" clId="Web-{286FC521-311C-40B8-B76E-149930124309}"/>
    <pc:docChg chg="modSld">
      <pc:chgData name="Sathiya Sadasivam (COMMS-NORTH AMERICA)" userId="S::sa272230@wipro.com::d0cb3200-1683-4e66-8627-13c7dd9ff002" providerId="AD" clId="Web-{286FC521-311C-40B8-B76E-149930124309}" dt="2019-11-12T05:54:41.264" v="0" actId="1076"/>
      <pc:docMkLst>
        <pc:docMk/>
      </pc:docMkLst>
      <pc:sldChg chg="modSp">
        <pc:chgData name="Sathiya Sadasivam (COMMS-NORTH AMERICA)" userId="S::sa272230@wipro.com::d0cb3200-1683-4e66-8627-13c7dd9ff002" providerId="AD" clId="Web-{286FC521-311C-40B8-B76E-149930124309}" dt="2019-11-12T05:54:41.264" v="0" actId="1076"/>
        <pc:sldMkLst>
          <pc:docMk/>
          <pc:sldMk cId="1142372586" sldId="385"/>
        </pc:sldMkLst>
        <pc:spChg chg="mod">
          <ac:chgData name="Sathiya Sadasivam (COMMS-NORTH AMERICA)" userId="S::sa272230@wipro.com::d0cb3200-1683-4e66-8627-13c7dd9ff002" providerId="AD" clId="Web-{286FC521-311C-40B8-B76E-149930124309}" dt="2019-11-12T05:54:41.264" v="0" actId="1076"/>
          <ac:spMkLst>
            <pc:docMk/>
            <pc:sldMk cId="1142372586" sldId="385"/>
            <ac:spMk id="3" creationId="{914A6384-4F24-447B-BC00-DB677996FFB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2E3446-C668-0D46-A475-03A018C9F99C}" type="datetimeFigureOut">
              <a:rPr lang="en-US" smtClean="0"/>
              <a:t>3/14/2026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0FBF56-9358-E64E-A12C-E94F23D77DC8}" type="slidenum">
              <a:rPr lang="en-US" smtClean="0"/>
              <a:t>‹#›</a:t>
            </a:fld>
            <a:endParaRPr lang="en-US"/>
          </a:p>
        </p:txBody>
      </p:sp>
    </p:spTree>
    <p:extLst>
      <p:ext uri="{BB962C8B-B14F-4D97-AF65-F5344CB8AC3E}">
        <p14:creationId xmlns:p14="http://schemas.microsoft.com/office/powerpoint/2010/main" val="1483056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5D2418-5498-496B-9B3E-912B9D6443B9}" type="datetimeFigureOut">
              <a:rPr lang="en-US" smtClean="0"/>
              <a:pPr/>
              <a:t>3/14/2026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DA5EBE-E194-4A8A-BBBE-6B90DE9885F5}" type="slidenum">
              <a:rPr lang="en-US" smtClean="0"/>
              <a:pPr/>
              <a:t>‹#›</a:t>
            </a:fld>
            <a:endParaRPr lang="en-US"/>
          </a:p>
        </p:txBody>
      </p:sp>
    </p:spTree>
    <p:extLst>
      <p:ext uri="{BB962C8B-B14F-4D97-AF65-F5344CB8AC3E}">
        <p14:creationId xmlns:p14="http://schemas.microsoft.com/office/powerpoint/2010/main" val="3635701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a:prstGeom prst="rect">
            <a:avLst/>
          </a:prstGeom>
          <a:noFill/>
          <a:ln w="12700">
            <a:solidFill>
              <a:prstClr val="black"/>
            </a:solidFill>
          </a:ln>
        </p:spPr>
      </p:sp>
      <p:sp>
        <p:nvSpPr>
          <p:cNvPr id="3" name="Notes Placeholder 2"/>
          <p:cNvSpPr>
            <a:spLocks noGrp="1"/>
          </p:cNvSpPr>
          <p:nvPr>
            <p:ph type="body" idx="1"/>
          </p:nvPr>
        </p:nvSpPr>
        <p:spPr/>
        <p:txBody>
          <a:bodyPr>
            <a:normAutofit/>
          </a:bodyPr>
          <a:lstStyle/>
          <a:p>
            <a:r>
              <a:rPr lang="en-US" b="1"/>
              <a:t>Content Slide: </a:t>
            </a:r>
            <a:r>
              <a:rPr lang="en-US"/>
              <a:t>This is usually the most frequently</a:t>
            </a:r>
            <a:r>
              <a:rPr lang="en-US" baseline="0"/>
              <a:t> used slide in every presentation. </a:t>
            </a:r>
            <a:endParaRPr lang="en-US"/>
          </a:p>
          <a:p>
            <a:endParaRPr lang="en-US"/>
          </a:p>
          <a:p>
            <a:r>
              <a:rPr lang="en-US"/>
              <a:t>Use this slide for Text heavy slides.</a:t>
            </a:r>
            <a:r>
              <a:rPr lang="en-US" baseline="0"/>
              <a:t> Text can only be used in bullet points</a:t>
            </a:r>
            <a:endParaRPr lang="en-US"/>
          </a:p>
          <a:p>
            <a:endParaRPr lang="en-US"/>
          </a:p>
          <a:p>
            <a:r>
              <a:rPr lang="en-US"/>
              <a:t>Title</a:t>
            </a:r>
            <a:r>
              <a:rPr lang="en-US" baseline="0"/>
              <a:t> Heading – font size 30, Arial bold</a:t>
            </a:r>
          </a:p>
          <a:p>
            <a:endParaRPr lang="en-US" baseline="0"/>
          </a:p>
          <a:p>
            <a:r>
              <a:rPr lang="en-US" baseline="0"/>
              <a:t>Slide Content – Should not reduce beyond Arial font 16</a:t>
            </a:r>
          </a:p>
          <a:p>
            <a:endParaRPr lang="en-US" baseline="0"/>
          </a:p>
          <a:p>
            <a:r>
              <a:rPr lang="en-US" baseline="0"/>
              <a:t>If you need to use sub bullets please use the indent buttons located next to the bullets buttons in the tool bar and this will automatically provide you with the second, third, fourth &amp; fifth level bullet styles and font sizes</a:t>
            </a:r>
          </a:p>
          <a:p>
            <a:endParaRPr lang="en-US" baseline="0"/>
          </a:p>
          <a:p>
            <a:r>
              <a:rPr lang="en-US" baseline="0"/>
              <a:t>Please note you can also press the tab key to create the different levels of bulleted content</a:t>
            </a:r>
          </a:p>
          <a:p>
            <a:endParaRPr lang="en-US"/>
          </a:p>
          <a:p>
            <a:endParaRPr lang="en-US"/>
          </a:p>
          <a:p>
            <a:endParaRPr lang="en-IN"/>
          </a:p>
        </p:txBody>
      </p:sp>
      <p:sp>
        <p:nvSpPr>
          <p:cNvPr id="4" name="Slide Number Placeholder 3"/>
          <p:cNvSpPr>
            <a:spLocks noGrp="1"/>
          </p:cNvSpPr>
          <p:nvPr>
            <p:ph type="sldNum" sz="quarter" idx="10"/>
          </p:nvPr>
        </p:nvSpPr>
        <p:spPr/>
        <p:txBody>
          <a:bodyPr/>
          <a:lstStyle/>
          <a:p>
            <a:fld id="{4704AA71-C613-6B42-8773-688627DE3311}" type="slidenum">
              <a:rPr lang="en-US" smtClean="0"/>
              <a:pPr/>
              <a:t>2</a:t>
            </a:fld>
            <a:endParaRPr lang="en-US"/>
          </a:p>
        </p:txBody>
      </p:sp>
    </p:spTree>
    <p:extLst>
      <p:ext uri="{BB962C8B-B14F-4D97-AF65-F5344CB8AC3E}">
        <p14:creationId xmlns:p14="http://schemas.microsoft.com/office/powerpoint/2010/main" val="6547153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F2F2F2"/>
        </a:solidFill>
        <a:effectLst/>
      </p:bgPr>
    </p:bg>
    <p:spTree>
      <p:nvGrpSpPr>
        <p:cNvPr id="1" name=""/>
        <p:cNvGrpSpPr/>
        <p:nvPr/>
      </p:nvGrpSpPr>
      <p:grpSpPr>
        <a:xfrm>
          <a:off x="0" y="0"/>
          <a:ext cx="0" cy="0"/>
          <a:chOff x="0" y="0"/>
          <a:chExt cx="0" cy="0"/>
        </a:xfrm>
      </p:grpSpPr>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804468" y="1709011"/>
            <a:ext cx="2189805" cy="1752170"/>
          </a:xfrm>
          <a:prstGeom prst="rect">
            <a:avLst/>
          </a:prstGeom>
        </p:spPr>
      </p:pic>
      <p:sp>
        <p:nvSpPr>
          <p:cNvPr id="2"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Insert Title Here				 </a:t>
            </a:r>
            <a:br>
              <a:rPr lang="en-US"/>
            </a:br>
            <a:r>
              <a:rPr lang="en-US"/>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5"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ts val="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Presenter’s first and last name </a:t>
            </a:r>
          </a:p>
        </p:txBody>
      </p:sp>
      <p:sp>
        <p:nvSpPr>
          <p:cNvPr id="1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Designation</a:t>
            </a:r>
          </a:p>
        </p:txBody>
      </p:sp>
      <p:sp>
        <p:nvSpPr>
          <p:cNvPr id="19" name="Text Placeholder 16"/>
          <p:cNvSpPr>
            <a:spLocks noGrp="1"/>
          </p:cNvSpPr>
          <p:nvPr>
            <p:ph type="body" sz="quarter" idx="11" hasCustomPrompt="1"/>
          </p:nvPr>
        </p:nvSpPr>
        <p:spPr>
          <a:xfrm>
            <a:off x="4267200" y="3348038"/>
            <a:ext cx="3190875" cy="139770"/>
          </a:xfrm>
          <a:prstGeom prst="rect">
            <a:avLst/>
          </a:prstGeom>
        </p:spPr>
        <p:txBody>
          <a:bodyPr tIns="0" bIns="0" anchor="ctr">
            <a:noAutofit/>
          </a:bodyPr>
          <a:lstStyle>
            <a:lvl1pPr>
              <a:buNone/>
              <a:defRPr kumimoji="0" lang="en-US" sz="90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Date</a:t>
            </a:r>
          </a:p>
        </p:txBody>
      </p:sp>
    </p:spTree>
    <p:extLst>
      <p:ext uri="{BB962C8B-B14F-4D97-AF65-F5344CB8AC3E}">
        <p14:creationId xmlns:p14="http://schemas.microsoft.com/office/powerpoint/2010/main" val="692471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with Presenter's Picture">
    <p:bg>
      <p:bgPr>
        <a:solidFill>
          <a:srgbClr val="F2F2F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Insert Title Here				 </a:t>
            </a:r>
            <a:br>
              <a:rPr lang="en-US"/>
            </a:br>
            <a:r>
              <a:rPr lang="en-US"/>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28" name="Subtitle 2"/>
          <p:cNvSpPr>
            <a:spLocks noGrp="1"/>
          </p:cNvSpPr>
          <p:nvPr>
            <p:ph type="subTitle" idx="1" hasCustomPrompt="1"/>
          </p:nvPr>
        </p:nvSpPr>
        <p:spPr>
          <a:xfrm>
            <a:off x="5229863" y="3515143"/>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Presenter’s first and last name </a:t>
            </a:r>
          </a:p>
        </p:txBody>
      </p:sp>
      <p:sp>
        <p:nvSpPr>
          <p:cNvPr id="29" name="Text Placeholder 16"/>
          <p:cNvSpPr>
            <a:spLocks noGrp="1"/>
          </p:cNvSpPr>
          <p:nvPr>
            <p:ph type="body" sz="quarter" idx="10" hasCustomPrompt="1"/>
          </p:nvPr>
        </p:nvSpPr>
        <p:spPr>
          <a:xfrm>
            <a:off x="5229863" y="3724346"/>
            <a:ext cx="3190875" cy="307903"/>
          </a:xfrm>
          <a:prstGeom prst="rect">
            <a:avLst/>
          </a:prstGeom>
        </p:spPr>
        <p:txBody>
          <a:bodyPr tIns="0" bIns="0" anchor="t" anchorCtr="0">
            <a:noAutofit/>
          </a:bodyPr>
          <a:lstStyle>
            <a:lvl1pPr marL="0" marR="0" indent="0" algn="l" defTabSz="457200" rtl="0" eaLnBrk="1" fontAlgn="auto" latinLnBrk="0" hangingPunct="1">
              <a:lnSpc>
                <a:spcPct val="100000"/>
              </a:lnSpc>
              <a:spcBef>
                <a:spcPct val="20000"/>
              </a:spcBef>
              <a:spcAft>
                <a:spcPts val="0"/>
              </a:spcAft>
              <a:buClrTx/>
              <a:buSzTx/>
              <a:buNone/>
              <a:tabLst/>
              <a:defRPr kumimoji="0" lang="en-US" sz="950" b="0" i="0" u="none" strike="noStrike" kern="1200" cap="none" spc="0" normalizeH="0" baseline="0" noProof="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a:t>
            </a:r>
          </a:p>
        </p:txBody>
      </p:sp>
      <p:sp>
        <p:nvSpPr>
          <p:cNvPr id="13" name="Picture Placeholder 9"/>
          <p:cNvSpPr>
            <a:spLocks noGrp="1"/>
          </p:cNvSpPr>
          <p:nvPr>
            <p:ph type="pic" sz="quarter" idx="13" hasCustomPrompt="1"/>
          </p:nvPr>
        </p:nvSpPr>
        <p:spPr>
          <a:xfrm>
            <a:off x="4289307" y="3365500"/>
            <a:ext cx="774700" cy="774700"/>
          </a:xfrm>
          <a:prstGeom prst="ellipse">
            <a:avLst/>
          </a:prstGeom>
        </p:spPr>
        <p:txBody>
          <a:bodyPr>
            <a:noAutofit/>
          </a:bodyPr>
          <a:lstStyle>
            <a:lvl1pPr marL="0" indent="0" algn="ctr">
              <a:buNone/>
              <a:defRPr sz="700" baseline="0">
                <a:solidFill>
                  <a:schemeClr val="accent2"/>
                </a:solidFill>
                <a:latin typeface="Arial" panose="020B0604020202020204" pitchFamily="34" charset="0"/>
                <a:cs typeface="Arial" panose="020B0604020202020204" pitchFamily="34" charset="0"/>
              </a:defRPr>
            </a:lvl1pPr>
          </a:lstStyle>
          <a:p>
            <a:r>
              <a:rPr lang="en-US"/>
              <a:t>Click to add Presenter’s image</a:t>
            </a:r>
            <a:endParaRPr lang="en-IN"/>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804468" y="1709011"/>
            <a:ext cx="2189805" cy="1752170"/>
          </a:xfrm>
          <a:prstGeom prst="rect">
            <a:avLst/>
          </a:prstGeom>
        </p:spPr>
      </p:pic>
      <p:cxnSp>
        <p:nvCxnSpPr>
          <p:cNvPr id="39" name="Straight Connector 38"/>
          <p:cNvCxnSpPr/>
          <p:nvPr userDrawn="1"/>
        </p:nvCxnSpPr>
        <p:spPr>
          <a:xfrm>
            <a:off x="260350" y="-187203"/>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userDrawn="1"/>
        </p:nvCxnSpPr>
        <p:spPr>
          <a:xfrm>
            <a:off x="260350" y="5128988"/>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17082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Client/Partner Logo">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67200"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Insert Title Here				 </a:t>
            </a:r>
            <a:br>
              <a:rPr lang="en-US"/>
            </a:br>
            <a:r>
              <a:rPr lang="en-US"/>
              <a:t>in two lines						</a:t>
            </a:r>
          </a:p>
        </p:txBody>
      </p:sp>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5"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Presenter’s first and last name </a:t>
            </a:r>
          </a:p>
        </p:txBody>
      </p:sp>
      <p:sp>
        <p:nvSpPr>
          <p:cNvPr id="1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Designation</a:t>
            </a:r>
          </a:p>
        </p:txBody>
      </p:sp>
      <p:sp>
        <p:nvSpPr>
          <p:cNvPr id="19" name="Text Placeholder 16"/>
          <p:cNvSpPr>
            <a:spLocks noGrp="1"/>
          </p:cNvSpPr>
          <p:nvPr>
            <p:ph type="body" sz="quarter" idx="11" hasCustomPrompt="1"/>
          </p:nvPr>
        </p:nvSpPr>
        <p:spPr>
          <a:xfrm>
            <a:off x="4267200" y="3348038"/>
            <a:ext cx="3190875" cy="139770"/>
          </a:xfrm>
          <a:prstGeom prst="rect">
            <a:avLst/>
          </a:prstGeom>
        </p:spPr>
        <p:txBody>
          <a:bodyPr tIns="0" bIns="0" anchor="ctr">
            <a:noAutofit/>
          </a:bodyPr>
          <a:lstStyle>
            <a:lvl1pPr>
              <a:buNone/>
              <a:defRPr kumimoji="0" lang="en-US" sz="90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Date</a:t>
            </a:r>
          </a:p>
        </p:txBody>
      </p:sp>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270754" y="1926880"/>
            <a:ext cx="1645233" cy="1316432"/>
          </a:xfrm>
          <a:prstGeom prst="rect">
            <a:avLst/>
          </a:prstGeom>
        </p:spPr>
      </p:pic>
      <p:sp>
        <p:nvSpPr>
          <p:cNvPr id="17" name="Text Placeholder 7"/>
          <p:cNvSpPr>
            <a:spLocks noGrp="1"/>
          </p:cNvSpPr>
          <p:nvPr>
            <p:ph type="body" sz="quarter" idx="14" hasCustomPrompt="1"/>
          </p:nvPr>
        </p:nvSpPr>
        <p:spPr>
          <a:xfrm>
            <a:off x="2342673" y="1955800"/>
            <a:ext cx="1181100" cy="1231900"/>
          </a:xfrm>
        </p:spPr>
        <p:txBody>
          <a:bodyPr anchor="ctr"/>
          <a:lstStyle>
            <a:lvl1pPr marL="0" indent="0" algn="ctr">
              <a:buNone/>
              <a:defRPr sz="1100"/>
            </a:lvl1pPr>
          </a:lstStyle>
          <a:p>
            <a:pPr lvl="0"/>
            <a:r>
              <a:rPr lang="en-US"/>
              <a:t>Place Client / Partner Logo Here</a:t>
            </a:r>
          </a:p>
        </p:txBody>
      </p:sp>
    </p:spTree>
    <p:extLst>
      <p:ext uri="{BB962C8B-B14F-4D97-AF65-F5344CB8AC3E}">
        <p14:creationId xmlns:p14="http://schemas.microsoft.com/office/powerpoint/2010/main" val="1862956399"/>
      </p:ext>
    </p:extLst>
  </p:cSld>
  <p:clrMapOvr>
    <a:masterClrMapping/>
  </p:clrMapOvr>
  <p:extLst>
    <p:ext uri="{DCECCB84-F9BA-43D5-87BE-67443E8EF086}">
      <p15:sldGuideLst xmlns:p15="http://schemas.microsoft.com/office/powerpoint/2012/main">
        <p15:guide id="1" pos="451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ext Placeholder 38"/>
          <p:cNvSpPr>
            <a:spLocks noGrp="1"/>
          </p:cNvSpPr>
          <p:nvPr>
            <p:ph type="body" sz="quarter" idx="10" hasCustomPrompt="1"/>
          </p:nvPr>
        </p:nvSpPr>
        <p:spPr>
          <a:xfrm>
            <a:off x="779308" y="1470758"/>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28" name="Text Placeholder 38"/>
          <p:cNvSpPr>
            <a:spLocks noGrp="1"/>
          </p:cNvSpPr>
          <p:nvPr>
            <p:ph type="body" sz="quarter" idx="15" hasCustomPrompt="1"/>
          </p:nvPr>
        </p:nvSpPr>
        <p:spPr>
          <a:xfrm>
            <a:off x="230668" y="1373094"/>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1</a:t>
            </a:r>
          </a:p>
        </p:txBody>
      </p:sp>
      <p:sp>
        <p:nvSpPr>
          <p:cNvPr id="47" name="Title 1"/>
          <p:cNvSpPr>
            <a:spLocks noGrp="1"/>
          </p:cNvSpPr>
          <p:nvPr>
            <p:ph type="ctrTitle" hasCustomPrompt="1"/>
          </p:nvPr>
        </p:nvSpPr>
        <p:spPr>
          <a:xfrm>
            <a:off x="263070" y="254000"/>
            <a:ext cx="2191657" cy="519669"/>
          </a:xfrm>
          <a:prstGeom prst="rect">
            <a:avLst/>
          </a:prstGeom>
          <a:noFill/>
        </p:spPr>
        <p:txBody>
          <a:bodyPr wrap="square" lIns="0" rtlCol="0" anchor="t" anchorCtr="0">
            <a:noAutofit/>
          </a:bodyPr>
          <a:lstStyle>
            <a:lvl1pPr marL="0" algn="l">
              <a:lnSpc>
                <a:spcPct val="98000"/>
              </a:lnSpc>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Agenda</a:t>
            </a:r>
          </a:p>
        </p:txBody>
      </p:sp>
      <p:sp>
        <p:nvSpPr>
          <p:cNvPr id="48" name="Text Placeholder 38"/>
          <p:cNvSpPr>
            <a:spLocks noGrp="1"/>
          </p:cNvSpPr>
          <p:nvPr>
            <p:ph type="body" sz="quarter" idx="16" hasCustomPrompt="1"/>
          </p:nvPr>
        </p:nvSpPr>
        <p:spPr>
          <a:xfrm>
            <a:off x="779308" y="1656945"/>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49" name="Text Placeholder 38"/>
          <p:cNvSpPr>
            <a:spLocks noGrp="1"/>
          </p:cNvSpPr>
          <p:nvPr>
            <p:ph type="body" sz="quarter" idx="17" hasCustomPrompt="1"/>
          </p:nvPr>
        </p:nvSpPr>
        <p:spPr>
          <a:xfrm>
            <a:off x="779308" y="2347470"/>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50" name="Text Placeholder 38"/>
          <p:cNvSpPr>
            <a:spLocks noGrp="1"/>
          </p:cNvSpPr>
          <p:nvPr>
            <p:ph type="body" sz="quarter" idx="18" hasCustomPrompt="1"/>
          </p:nvPr>
        </p:nvSpPr>
        <p:spPr>
          <a:xfrm>
            <a:off x="230668" y="2249806"/>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2</a:t>
            </a:r>
          </a:p>
        </p:txBody>
      </p:sp>
      <p:sp>
        <p:nvSpPr>
          <p:cNvPr id="51" name="Text Placeholder 38"/>
          <p:cNvSpPr>
            <a:spLocks noGrp="1"/>
          </p:cNvSpPr>
          <p:nvPr>
            <p:ph type="body" sz="quarter" idx="19" hasCustomPrompt="1"/>
          </p:nvPr>
        </p:nvSpPr>
        <p:spPr>
          <a:xfrm>
            <a:off x="779308" y="2533657"/>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52" name="Text Placeholder 38"/>
          <p:cNvSpPr>
            <a:spLocks noGrp="1"/>
          </p:cNvSpPr>
          <p:nvPr>
            <p:ph type="body" sz="quarter" idx="20" hasCustomPrompt="1"/>
          </p:nvPr>
        </p:nvSpPr>
        <p:spPr>
          <a:xfrm>
            <a:off x="779308" y="3222736"/>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53" name="Text Placeholder 38"/>
          <p:cNvSpPr>
            <a:spLocks noGrp="1"/>
          </p:cNvSpPr>
          <p:nvPr>
            <p:ph type="body" sz="quarter" idx="21" hasCustomPrompt="1"/>
          </p:nvPr>
        </p:nvSpPr>
        <p:spPr>
          <a:xfrm>
            <a:off x="230668" y="3125072"/>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3</a:t>
            </a:r>
          </a:p>
        </p:txBody>
      </p:sp>
      <p:sp>
        <p:nvSpPr>
          <p:cNvPr id="54" name="Text Placeholder 38"/>
          <p:cNvSpPr>
            <a:spLocks noGrp="1"/>
          </p:cNvSpPr>
          <p:nvPr>
            <p:ph type="body" sz="quarter" idx="22" hasCustomPrompt="1"/>
          </p:nvPr>
        </p:nvSpPr>
        <p:spPr>
          <a:xfrm>
            <a:off x="779308" y="3408923"/>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55" name="Text Placeholder 38"/>
          <p:cNvSpPr>
            <a:spLocks noGrp="1"/>
          </p:cNvSpPr>
          <p:nvPr>
            <p:ph type="body" sz="quarter" idx="23" hasCustomPrompt="1"/>
          </p:nvPr>
        </p:nvSpPr>
        <p:spPr>
          <a:xfrm>
            <a:off x="779308" y="4057114"/>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56" name="Text Placeholder 38"/>
          <p:cNvSpPr>
            <a:spLocks noGrp="1"/>
          </p:cNvSpPr>
          <p:nvPr>
            <p:ph type="body" sz="quarter" idx="24" hasCustomPrompt="1"/>
          </p:nvPr>
        </p:nvSpPr>
        <p:spPr>
          <a:xfrm>
            <a:off x="230668" y="3959450"/>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4</a:t>
            </a:r>
          </a:p>
        </p:txBody>
      </p:sp>
      <p:sp>
        <p:nvSpPr>
          <p:cNvPr id="57" name="Text Placeholder 38"/>
          <p:cNvSpPr>
            <a:spLocks noGrp="1"/>
          </p:cNvSpPr>
          <p:nvPr>
            <p:ph type="body" sz="quarter" idx="25" hasCustomPrompt="1"/>
          </p:nvPr>
        </p:nvSpPr>
        <p:spPr>
          <a:xfrm>
            <a:off x="779308" y="4243301"/>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58" name="Text Placeholder 38"/>
          <p:cNvSpPr>
            <a:spLocks noGrp="1"/>
          </p:cNvSpPr>
          <p:nvPr>
            <p:ph type="body" sz="quarter" idx="26" hasCustomPrompt="1"/>
          </p:nvPr>
        </p:nvSpPr>
        <p:spPr>
          <a:xfrm>
            <a:off x="5164271" y="1470758"/>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59" name="Text Placeholder 38"/>
          <p:cNvSpPr>
            <a:spLocks noGrp="1"/>
          </p:cNvSpPr>
          <p:nvPr>
            <p:ph type="body" sz="quarter" idx="27" hasCustomPrompt="1"/>
          </p:nvPr>
        </p:nvSpPr>
        <p:spPr>
          <a:xfrm>
            <a:off x="4615631" y="1373094"/>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5</a:t>
            </a:r>
          </a:p>
        </p:txBody>
      </p:sp>
      <p:sp>
        <p:nvSpPr>
          <p:cNvPr id="60" name="Text Placeholder 38"/>
          <p:cNvSpPr>
            <a:spLocks noGrp="1"/>
          </p:cNvSpPr>
          <p:nvPr>
            <p:ph type="body" sz="quarter" idx="28" hasCustomPrompt="1"/>
          </p:nvPr>
        </p:nvSpPr>
        <p:spPr>
          <a:xfrm>
            <a:off x="5164271" y="1656945"/>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61" name="Text Placeholder 38"/>
          <p:cNvSpPr>
            <a:spLocks noGrp="1"/>
          </p:cNvSpPr>
          <p:nvPr>
            <p:ph type="body" sz="quarter" idx="29" hasCustomPrompt="1"/>
          </p:nvPr>
        </p:nvSpPr>
        <p:spPr>
          <a:xfrm>
            <a:off x="5164271" y="2347470"/>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62" name="Text Placeholder 38"/>
          <p:cNvSpPr>
            <a:spLocks noGrp="1"/>
          </p:cNvSpPr>
          <p:nvPr>
            <p:ph type="body" sz="quarter" idx="30" hasCustomPrompt="1"/>
          </p:nvPr>
        </p:nvSpPr>
        <p:spPr>
          <a:xfrm>
            <a:off x="4615631" y="2249806"/>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6</a:t>
            </a:r>
          </a:p>
        </p:txBody>
      </p:sp>
      <p:sp>
        <p:nvSpPr>
          <p:cNvPr id="63" name="Text Placeholder 38"/>
          <p:cNvSpPr>
            <a:spLocks noGrp="1"/>
          </p:cNvSpPr>
          <p:nvPr>
            <p:ph type="body" sz="quarter" idx="31" hasCustomPrompt="1"/>
          </p:nvPr>
        </p:nvSpPr>
        <p:spPr>
          <a:xfrm>
            <a:off x="5164271" y="2533657"/>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64" name="Text Placeholder 38"/>
          <p:cNvSpPr>
            <a:spLocks noGrp="1"/>
          </p:cNvSpPr>
          <p:nvPr>
            <p:ph type="body" sz="quarter" idx="32" hasCustomPrompt="1"/>
          </p:nvPr>
        </p:nvSpPr>
        <p:spPr>
          <a:xfrm>
            <a:off x="5164271" y="3222736"/>
            <a:ext cx="3640292" cy="150646"/>
          </a:xfrm>
          <a:prstGeom prst="rect">
            <a:avLst/>
          </a:prstGeom>
        </p:spPr>
        <p:txBody>
          <a:bodyPr tIns="0" bIns="0" anchor="ctr" anchorCtr="0">
            <a:noAutofit/>
          </a:bodyPr>
          <a:lstStyle>
            <a:lvl1pPr marL="0" indent="0">
              <a:buNone/>
              <a:defRPr sz="13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Headline</a:t>
            </a:r>
          </a:p>
        </p:txBody>
      </p:sp>
      <p:sp>
        <p:nvSpPr>
          <p:cNvPr id="65" name="Text Placeholder 38"/>
          <p:cNvSpPr>
            <a:spLocks noGrp="1"/>
          </p:cNvSpPr>
          <p:nvPr>
            <p:ph type="body" sz="quarter" idx="33" hasCustomPrompt="1"/>
          </p:nvPr>
        </p:nvSpPr>
        <p:spPr>
          <a:xfrm>
            <a:off x="4615631" y="3125072"/>
            <a:ext cx="502920" cy="501594"/>
          </a:xfrm>
          <a:prstGeom prst="ellipse">
            <a:avLst/>
          </a:prstGeom>
          <a:solidFill>
            <a:schemeClr val="tx2"/>
          </a:solidFill>
        </p:spPr>
        <p:txBody>
          <a:bodyPr anchor="ctr">
            <a:normAutofit/>
          </a:bodyPr>
          <a:lstStyle>
            <a:lvl1pPr marL="0" indent="0" algn="ctr">
              <a:buFont typeface="Arial" pitchFamily="34" charset="0"/>
              <a:buNone/>
              <a:defRPr sz="11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7</a:t>
            </a:r>
          </a:p>
        </p:txBody>
      </p:sp>
      <p:sp>
        <p:nvSpPr>
          <p:cNvPr id="66" name="Text Placeholder 38"/>
          <p:cNvSpPr>
            <a:spLocks noGrp="1"/>
          </p:cNvSpPr>
          <p:nvPr>
            <p:ph type="body" sz="quarter" idx="34" hasCustomPrompt="1"/>
          </p:nvPr>
        </p:nvSpPr>
        <p:spPr>
          <a:xfrm>
            <a:off x="5164271" y="3408923"/>
            <a:ext cx="3640292" cy="149245"/>
          </a:xfrm>
          <a:prstGeom prst="rect">
            <a:avLst/>
          </a:prstGeom>
        </p:spPr>
        <p:txBody>
          <a:bodyPr tIns="0" bIns="0" anchor="t" anchorCtr="0">
            <a:noAutofit/>
          </a:bodyPr>
          <a:lstStyle>
            <a:lvl1pPr marL="0" indent="0">
              <a:buNone/>
              <a:defRPr sz="900" b="1">
                <a:solidFill>
                  <a:schemeClr val="tx2"/>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Sub-points</a:t>
            </a:r>
          </a:p>
        </p:txBody>
      </p:sp>
      <p:sp>
        <p:nvSpPr>
          <p:cNvPr id="35"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68" name="Rectangle 67"/>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69"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70"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77"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TextBox 77"/>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79"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37" name="Group 36"/>
          <p:cNvGrpSpPr/>
          <p:nvPr userDrawn="1"/>
        </p:nvGrpSpPr>
        <p:grpSpPr>
          <a:xfrm>
            <a:off x="71948" y="4978614"/>
            <a:ext cx="503788" cy="94721"/>
            <a:chOff x="6014087" y="4646472"/>
            <a:chExt cx="503788" cy="94721"/>
          </a:xfrm>
        </p:grpSpPr>
        <p:sp>
          <p:nvSpPr>
            <p:cNvPr id="38" name="Oval 37"/>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9" name="Oval 38"/>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Oval 39"/>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40"/>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Oval 41"/>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9253820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er">
    <p:bg>
      <p:bgPr>
        <a:solidFill>
          <a:srgbClr val="F2F2F2"/>
        </a:solidFill>
        <a:effectLst/>
      </p:bgPr>
    </p:bg>
    <p:spTree>
      <p:nvGrpSpPr>
        <p:cNvPr id="1" name=""/>
        <p:cNvGrpSpPr/>
        <p:nvPr/>
      </p:nvGrpSpPr>
      <p:grpSpPr>
        <a:xfrm>
          <a:off x="0" y="0"/>
          <a:ext cx="0" cy="0"/>
          <a:chOff x="0" y="0"/>
          <a:chExt cx="0" cy="0"/>
        </a:xfrm>
      </p:grpSpPr>
      <p:pic>
        <p:nvPicPr>
          <p:cNvPr id="25" name="greyfade-jon-flobrant-193464.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2656749" y="0"/>
            <a:ext cx="6502359" cy="4702629"/>
          </a:xfrm>
          <a:prstGeom prst="rect">
            <a:avLst/>
          </a:prstGeom>
        </p:spPr>
      </p:pic>
      <p:sp>
        <p:nvSpPr>
          <p:cNvPr id="21" name="object 5"/>
          <p:cNvSpPr/>
          <p:nvPr userDrawn="1"/>
        </p:nvSpPr>
        <p:spPr>
          <a:xfrm>
            <a:off x="8432007" y="2232419"/>
            <a:ext cx="462845" cy="46284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6">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6" name="object 5"/>
          <p:cNvSpPr/>
          <p:nvPr userDrawn="1"/>
        </p:nvSpPr>
        <p:spPr>
          <a:xfrm>
            <a:off x="7724016" y="3569542"/>
            <a:ext cx="391505" cy="39150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4">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7" name="object 5"/>
          <p:cNvSpPr/>
          <p:nvPr userDrawn="1"/>
        </p:nvSpPr>
        <p:spPr>
          <a:xfrm>
            <a:off x="6081105" y="1637694"/>
            <a:ext cx="357794" cy="357794"/>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5">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8" name="object 5"/>
          <p:cNvSpPr/>
          <p:nvPr userDrawn="1"/>
        </p:nvSpPr>
        <p:spPr>
          <a:xfrm>
            <a:off x="5442627" y="3131136"/>
            <a:ext cx="347870" cy="347870"/>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9" name="object 5"/>
          <p:cNvSpPr/>
          <p:nvPr userDrawn="1"/>
        </p:nvSpPr>
        <p:spPr>
          <a:xfrm>
            <a:off x="6381750" y="2509319"/>
            <a:ext cx="240507" cy="240507"/>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tx2">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16"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Section name </a:t>
            </a:r>
            <a:br>
              <a:rPr lang="en-US"/>
            </a:br>
            <a:r>
              <a:rPr lang="en-US"/>
              <a:t>here in</a:t>
            </a:r>
            <a:br>
              <a:rPr lang="en-US"/>
            </a:br>
            <a:r>
              <a:rPr lang="en-US"/>
              <a:t>three lines</a:t>
            </a: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Tree>
    <p:extLst>
      <p:ext uri="{BB962C8B-B14F-4D97-AF65-F5344CB8AC3E}">
        <p14:creationId xmlns:p14="http://schemas.microsoft.com/office/powerpoint/2010/main" val="2309144850"/>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Breaker with Client/Partner Logo">
    <p:spTree>
      <p:nvGrpSpPr>
        <p:cNvPr id="1" name=""/>
        <p:cNvGrpSpPr/>
        <p:nvPr/>
      </p:nvGrpSpPr>
      <p:grpSpPr>
        <a:xfrm>
          <a:off x="0" y="0"/>
          <a:ext cx="0" cy="0"/>
          <a:chOff x="0" y="0"/>
          <a:chExt cx="0" cy="0"/>
        </a:xfrm>
      </p:grpSpPr>
      <p:pic>
        <p:nvPicPr>
          <p:cNvPr id="25" name="greyfade-jon-flobrant-193464.jpg"/>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2656749" y="0"/>
            <a:ext cx="6502359" cy="4702629"/>
          </a:xfrm>
          <a:prstGeom prst="rect">
            <a:avLst/>
          </a:prstGeom>
        </p:spPr>
      </p:pic>
      <p:sp>
        <p:nvSpPr>
          <p:cNvPr id="21" name="object 5"/>
          <p:cNvSpPr/>
          <p:nvPr userDrawn="1"/>
        </p:nvSpPr>
        <p:spPr>
          <a:xfrm>
            <a:off x="8432007" y="2232419"/>
            <a:ext cx="462845" cy="46284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6">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6" name="object 5"/>
          <p:cNvSpPr/>
          <p:nvPr userDrawn="1"/>
        </p:nvSpPr>
        <p:spPr>
          <a:xfrm>
            <a:off x="7724016" y="3569542"/>
            <a:ext cx="391505" cy="391506"/>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4">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7" name="object 5"/>
          <p:cNvSpPr/>
          <p:nvPr userDrawn="1"/>
        </p:nvSpPr>
        <p:spPr>
          <a:xfrm>
            <a:off x="6081105" y="1637694"/>
            <a:ext cx="357794" cy="357794"/>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5">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8" name="object 5"/>
          <p:cNvSpPr/>
          <p:nvPr userDrawn="1"/>
        </p:nvSpPr>
        <p:spPr>
          <a:xfrm>
            <a:off x="5442627" y="3131136"/>
            <a:ext cx="347870" cy="347870"/>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29" name="object 5"/>
          <p:cNvSpPr/>
          <p:nvPr userDrawn="1"/>
        </p:nvSpPr>
        <p:spPr>
          <a:xfrm>
            <a:off x="6381750" y="2509319"/>
            <a:ext cx="240507" cy="240507"/>
          </a:xfrm>
          <a:custGeom>
            <a:avLst/>
            <a:gdLst/>
            <a:ahLst/>
            <a:cxnLst/>
            <a:rect l="l" t="t" r="r" b="b"/>
            <a:pathLst>
              <a:path w="1880363" h="1880368">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4"/>
                </a:lnTo>
                <a:lnTo>
                  <a:pt x="2753" y="1012311"/>
                </a:lnTo>
                <a:lnTo>
                  <a:pt x="11014" y="1084096"/>
                </a:lnTo>
                <a:lnTo>
                  <a:pt x="24783" y="1155197"/>
                </a:lnTo>
                <a:lnTo>
                  <a:pt x="44059" y="1225271"/>
                </a:lnTo>
                <a:lnTo>
                  <a:pt x="68843" y="1293976"/>
                </a:lnTo>
                <a:lnTo>
                  <a:pt x="99134" y="1360970"/>
                </a:lnTo>
                <a:lnTo>
                  <a:pt x="134933" y="1425911"/>
                </a:lnTo>
                <a:lnTo>
                  <a:pt x="176239" y="1488457"/>
                </a:lnTo>
                <a:lnTo>
                  <a:pt x="223052" y="1548266"/>
                </a:lnTo>
                <a:lnTo>
                  <a:pt x="275373" y="1604994"/>
                </a:lnTo>
                <a:lnTo>
                  <a:pt x="332102" y="1657315"/>
                </a:lnTo>
                <a:lnTo>
                  <a:pt x="391911" y="1704129"/>
                </a:lnTo>
                <a:lnTo>
                  <a:pt x="454457" y="1745435"/>
                </a:lnTo>
                <a:lnTo>
                  <a:pt x="519398" y="1781233"/>
                </a:lnTo>
                <a:lnTo>
                  <a:pt x="586392" y="1811524"/>
                </a:lnTo>
                <a:lnTo>
                  <a:pt x="655098" y="1836308"/>
                </a:lnTo>
                <a:lnTo>
                  <a:pt x="725172" y="1855584"/>
                </a:lnTo>
                <a:lnTo>
                  <a:pt x="796273" y="1869353"/>
                </a:lnTo>
                <a:lnTo>
                  <a:pt x="868058" y="1877614"/>
                </a:lnTo>
                <a:lnTo>
                  <a:pt x="940185" y="1880368"/>
                </a:lnTo>
                <a:lnTo>
                  <a:pt x="1012312" y="1877614"/>
                </a:lnTo>
                <a:lnTo>
                  <a:pt x="1084097" y="1869353"/>
                </a:lnTo>
                <a:lnTo>
                  <a:pt x="1155197" y="1855584"/>
                </a:lnTo>
                <a:lnTo>
                  <a:pt x="1225271" y="1836308"/>
                </a:lnTo>
                <a:lnTo>
                  <a:pt x="1293976" y="1811524"/>
                </a:lnTo>
                <a:lnTo>
                  <a:pt x="1360970" y="1781233"/>
                </a:lnTo>
                <a:lnTo>
                  <a:pt x="1425911" y="1745435"/>
                </a:lnTo>
                <a:lnTo>
                  <a:pt x="1488456" y="1704129"/>
                </a:lnTo>
                <a:lnTo>
                  <a:pt x="1548264" y="1657315"/>
                </a:lnTo>
                <a:lnTo>
                  <a:pt x="1604992" y="1604994"/>
                </a:lnTo>
                <a:lnTo>
                  <a:pt x="1657313" y="1548266"/>
                </a:lnTo>
                <a:lnTo>
                  <a:pt x="1704126" y="1488457"/>
                </a:lnTo>
                <a:lnTo>
                  <a:pt x="1745432" y="1425911"/>
                </a:lnTo>
                <a:lnTo>
                  <a:pt x="1781230" y="1360970"/>
                </a:lnTo>
                <a:lnTo>
                  <a:pt x="1811521" y="1293976"/>
                </a:lnTo>
                <a:lnTo>
                  <a:pt x="1836304" y="1225271"/>
                </a:lnTo>
                <a:lnTo>
                  <a:pt x="1855580" y="1155197"/>
                </a:lnTo>
                <a:lnTo>
                  <a:pt x="1869349" y="1084096"/>
                </a:lnTo>
                <a:lnTo>
                  <a:pt x="1877610" y="1012311"/>
                </a:lnTo>
                <a:lnTo>
                  <a:pt x="1880363" y="940184"/>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tx2">
              <a:alpha val="56000"/>
            </a:schemeClr>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16"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Section name </a:t>
            </a:r>
            <a:br>
              <a:rPr lang="en-US"/>
            </a:br>
            <a:r>
              <a:rPr lang="en-US"/>
              <a:t>here in</a:t>
            </a:r>
            <a:br>
              <a:rPr lang="en-US"/>
            </a:br>
            <a:r>
              <a:rPr lang="en-US"/>
              <a:t>three lines</a:t>
            </a:r>
          </a:p>
        </p:txBody>
      </p:sp>
      <p:pic>
        <p:nvPicPr>
          <p:cNvPr id="18" name="Picture 17"/>
          <p:cNvPicPr>
            <a:picLocks noChangeAspect="1"/>
          </p:cNvPicPr>
          <p:nvPr userDrawn="1"/>
        </p:nvPicPr>
        <p:blipFill rotWithShape="1">
          <a:blip r:embed="rId3">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
        <p:nvSpPr>
          <p:cNvPr id="19" name="Text Placeholder 7"/>
          <p:cNvSpPr>
            <a:spLocks noGrp="1"/>
          </p:cNvSpPr>
          <p:nvPr>
            <p:ph type="body" sz="quarter" idx="14" hasCustomPrompt="1"/>
          </p:nvPr>
        </p:nvSpPr>
        <p:spPr>
          <a:xfrm>
            <a:off x="1544169" y="508000"/>
            <a:ext cx="647700" cy="673100"/>
          </a:xfrm>
        </p:spPr>
        <p:txBody>
          <a:bodyPr anchor="ctr"/>
          <a:lstStyle>
            <a:lvl1pPr marL="0" indent="0" algn="ctr">
              <a:buNone/>
              <a:defRPr sz="800"/>
            </a:lvl1pPr>
          </a:lstStyle>
          <a:p>
            <a:pPr lvl="0"/>
            <a:r>
              <a:rPr lang="en-US"/>
              <a:t>Place Client / Partner Logo Here</a:t>
            </a:r>
          </a:p>
        </p:txBody>
      </p:sp>
    </p:spTree>
    <p:extLst>
      <p:ext uri="{BB962C8B-B14F-4D97-AF65-F5344CB8AC3E}">
        <p14:creationId xmlns:p14="http://schemas.microsoft.com/office/powerpoint/2010/main" val="2989695639"/>
      </p:ext>
    </p:extLst>
  </p:cSld>
  <p:clrMapOvr>
    <a:masterClrMapping/>
  </p:clrMapOvr>
  <p:extLst>
    <p:ext uri="{DCECCB84-F9BA-43D5-87BE-67443E8EF086}">
      <p15:sldGuideLst xmlns:p15="http://schemas.microsoft.com/office/powerpoint/2012/main">
        <p15:guide id="1" orient="horz" pos="1620">
          <p15:clr>
            <a:srgbClr val="FBAE40"/>
          </p15:clr>
        </p15:guide>
        <p15:guide id="2" pos="16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Breaker with Client/Partner logo &amp; Optional B/W image">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2657347" y="0"/>
            <a:ext cx="6489051" cy="4700016"/>
          </a:xfrm>
          <a:prstGeom prst="rect">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a:t>Click icon to add black &amp; white image</a:t>
            </a:r>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l="9981" t="11774" r="9918" b="11902"/>
          <a:stretch/>
        </p:blipFill>
        <p:spPr>
          <a:xfrm>
            <a:off x="222446" y="428217"/>
            <a:ext cx="1052514" cy="842169"/>
          </a:xfrm>
          <a:prstGeom prst="rect">
            <a:avLst/>
          </a:prstGeom>
        </p:spPr>
      </p:pic>
      <p:sp>
        <p:nvSpPr>
          <p:cNvPr id="12" name="Text Placeholder 7"/>
          <p:cNvSpPr>
            <a:spLocks noGrp="1"/>
          </p:cNvSpPr>
          <p:nvPr>
            <p:ph type="body" sz="quarter" idx="14" hasCustomPrompt="1"/>
          </p:nvPr>
        </p:nvSpPr>
        <p:spPr>
          <a:xfrm>
            <a:off x="1544169" y="508000"/>
            <a:ext cx="647700" cy="673100"/>
          </a:xfrm>
        </p:spPr>
        <p:txBody>
          <a:bodyPr anchor="ctr"/>
          <a:lstStyle>
            <a:lvl1pPr marL="0" indent="0" algn="ctr">
              <a:buNone/>
              <a:defRPr sz="800"/>
            </a:lvl1pPr>
          </a:lstStyle>
          <a:p>
            <a:pPr lvl="0"/>
            <a:r>
              <a:rPr lang="en-US"/>
              <a:t>Place Client / Partner Logo Here</a:t>
            </a:r>
          </a:p>
        </p:txBody>
      </p:sp>
      <p:sp>
        <p:nvSpPr>
          <p:cNvPr id="14" name="Title 1"/>
          <p:cNvSpPr>
            <a:spLocks noGrp="1"/>
          </p:cNvSpPr>
          <p:nvPr>
            <p:ph type="ctrTitle" hasCustomPrompt="1"/>
          </p:nvPr>
        </p:nvSpPr>
        <p:spPr>
          <a:xfrm>
            <a:off x="254000" y="1765241"/>
            <a:ext cx="5534025" cy="2817517"/>
          </a:xfrm>
          <a:prstGeom prst="rect">
            <a:avLst/>
          </a:prstGeom>
          <a:noFill/>
        </p:spPr>
        <p:txBody>
          <a:bodyPr wrap="square" lIns="0" rtlCol="0" anchor="t" anchorCtr="0">
            <a:noAutofit/>
          </a:bodyPr>
          <a:lstStyle>
            <a:lvl1pPr marL="0" algn="l">
              <a:lnSpc>
                <a:spcPct val="98000"/>
              </a:lnSpc>
              <a:tabLst>
                <a:tab pos="457200" algn="l"/>
              </a:tabLst>
              <a:defRPr lang="en-US" sz="3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Section name </a:t>
            </a:r>
            <a:br>
              <a:rPr lang="en-US"/>
            </a:br>
            <a:r>
              <a:rPr lang="en-US"/>
              <a:t>here in</a:t>
            </a:r>
            <a:br>
              <a:rPr lang="en-US"/>
            </a:br>
            <a:r>
              <a:rPr lang="en-US"/>
              <a:t>three lines</a:t>
            </a:r>
          </a:p>
        </p:txBody>
      </p:sp>
    </p:spTree>
    <p:extLst>
      <p:ext uri="{BB962C8B-B14F-4D97-AF65-F5344CB8AC3E}">
        <p14:creationId xmlns:p14="http://schemas.microsoft.com/office/powerpoint/2010/main" val="963119857"/>
      </p:ext>
    </p:extLst>
  </p:cSld>
  <p:clrMapOvr>
    <a:masterClrMapping/>
  </p:clrMapOvr>
  <p:extLst>
    <p:ext uri="{DCECCB84-F9BA-43D5-87BE-67443E8EF086}">
      <p15:sldGuideLst xmlns:p15="http://schemas.microsoft.com/office/powerpoint/2012/main">
        <p15:guide id="1" pos="168">
          <p15:clr>
            <a:srgbClr val="FBAE40"/>
          </p15:clr>
        </p15:guide>
        <p15:guide id="2" orient="horz" pos="1620">
          <p15:clr>
            <a:srgbClr val="FBAE40"/>
          </p15:clr>
        </p15:guide>
        <p15:guide id="3" orient="horz" pos="296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ection Breaker without image">
    <p:bg>
      <p:bgPr>
        <a:solidFill>
          <a:srgbClr val="ECECEC"/>
        </a:solidFill>
        <a:effectLst/>
      </p:bgPr>
    </p:bg>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mn-lt"/>
            </a:endParaRPr>
          </a:p>
        </p:txBody>
      </p:sp>
      <p:sp>
        <p:nvSpPr>
          <p:cNvPr id="16" name="Title 1"/>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a:solidFill>
                  <a:srgbClr val="0D356E"/>
                </a:solidFill>
                <a:latin typeface="+mn-lt"/>
                <a:cs typeface="Arial"/>
              </a:rPr>
              <a:t>Headline placeholder</a:t>
            </a:r>
            <a:br>
              <a:rPr lang="en-US" sz="3600" b="1" u="sng" spc="-55">
                <a:solidFill>
                  <a:srgbClr val="0D356E"/>
                </a:solidFill>
                <a:latin typeface="+mn-lt"/>
                <a:cs typeface="Arial"/>
              </a:rPr>
            </a:br>
            <a:r>
              <a:rPr lang="en-US" sz="3600" b="1" u="sng" spc="-36">
                <a:solidFill>
                  <a:srgbClr val="0D356E"/>
                </a:solidFill>
                <a:latin typeface="+mn-lt"/>
                <a:cs typeface="Arial"/>
              </a:rPr>
              <a:t>i</a:t>
            </a:r>
            <a:r>
              <a:rPr lang="en-US" sz="3600" b="1" u="sng" spc="-67">
                <a:solidFill>
                  <a:srgbClr val="0D356E"/>
                </a:solidFill>
                <a:latin typeface="+mn-lt"/>
                <a:cs typeface="Arial"/>
              </a:rPr>
              <a:t>n</a:t>
            </a:r>
            <a:r>
              <a:rPr lang="en-US" sz="3600" b="1" u="sng" spc="-6">
                <a:solidFill>
                  <a:srgbClr val="0D356E"/>
                </a:solidFill>
                <a:latin typeface="+mn-lt"/>
                <a:cs typeface="Arial"/>
              </a:rPr>
              <a:t> t</a:t>
            </a:r>
            <a:r>
              <a:rPr lang="en-US" sz="3600" b="1" u="sng" spc="-85">
                <a:solidFill>
                  <a:srgbClr val="0D356E"/>
                </a:solidFill>
                <a:latin typeface="+mn-lt"/>
                <a:cs typeface="Arial"/>
              </a:rPr>
              <a:t>w</a:t>
            </a:r>
            <a:r>
              <a:rPr lang="en-US" sz="3600" b="1" u="sng" spc="-67">
                <a:solidFill>
                  <a:srgbClr val="0D356E"/>
                </a:solidFill>
                <a:latin typeface="+mn-lt"/>
                <a:cs typeface="Arial"/>
              </a:rPr>
              <a:t>o</a:t>
            </a:r>
            <a:r>
              <a:rPr lang="en-US" sz="3600" b="1" u="sng" spc="-6">
                <a:solidFill>
                  <a:srgbClr val="0D356E"/>
                </a:solidFill>
                <a:latin typeface="+mn-lt"/>
                <a:cs typeface="Arial"/>
              </a:rPr>
              <a:t> </a:t>
            </a:r>
            <a:r>
              <a:rPr lang="en-US" sz="3600" b="1" u="sng" spc="-36">
                <a:solidFill>
                  <a:srgbClr val="0D356E"/>
                </a:solidFill>
                <a:latin typeface="+mn-lt"/>
                <a:cs typeface="Arial"/>
              </a:rPr>
              <a:t>li</a:t>
            </a:r>
            <a:r>
              <a:rPr lang="en-US" sz="3600" b="1" u="sng" spc="-73">
                <a:solidFill>
                  <a:srgbClr val="0D356E"/>
                </a:solidFill>
                <a:latin typeface="+mn-lt"/>
                <a:cs typeface="Arial"/>
              </a:rPr>
              <a:t>n</a:t>
            </a:r>
            <a:r>
              <a:rPr lang="en-US" sz="3600" b="1" u="sng" spc="-61">
                <a:solidFill>
                  <a:srgbClr val="0D356E"/>
                </a:solidFill>
                <a:latin typeface="+mn-lt"/>
                <a:cs typeface="Arial"/>
              </a:rPr>
              <a:t>es</a:t>
            </a:r>
            <a:endParaRPr lang="en-US" sz="3600" u="sng">
              <a:latin typeface="+mn-lt"/>
              <a:cs typeface="Arial"/>
            </a:endParaRPr>
          </a:p>
        </p:txBody>
      </p:sp>
      <p:pic>
        <p:nvPicPr>
          <p:cNvPr id="37" name="Picture 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67457" y="3844395"/>
            <a:ext cx="1314000" cy="1103406"/>
          </a:xfrm>
          <a:prstGeom prst="rect">
            <a:avLst/>
          </a:prstGeom>
        </p:spPr>
      </p:pic>
      <p:grpSp>
        <p:nvGrpSpPr>
          <p:cNvPr id="2" name="Group 1"/>
          <p:cNvGrpSpPr/>
          <p:nvPr userDrawn="1"/>
        </p:nvGrpSpPr>
        <p:grpSpPr>
          <a:xfrm>
            <a:off x="4484252" y="2897813"/>
            <a:ext cx="3118452" cy="641536"/>
            <a:chOff x="4484252" y="2897813"/>
            <a:chExt cx="3118452" cy="641536"/>
          </a:xfrm>
        </p:grpSpPr>
        <p:sp>
          <p:nvSpPr>
            <p:cNvPr id="38" name="object 8"/>
            <p:cNvSpPr/>
            <p:nvPr userDrawn="1"/>
          </p:nvSpPr>
          <p:spPr>
            <a:xfrm>
              <a:off x="6962624" y="2898541"/>
              <a:ext cx="640080" cy="640080"/>
            </a:xfrm>
            <a:custGeom>
              <a:avLst/>
              <a:gdLst/>
              <a:ahLst/>
              <a:cxnLst/>
              <a:rect l="l" t="t" r="r" b="b"/>
              <a:pathLst>
                <a:path w="4127753" h="4127749">
                  <a:moveTo>
                    <a:pt x="2063876" y="0"/>
                  </a:moveTo>
                  <a:lnTo>
                    <a:pt x="1905544" y="6044"/>
                  </a:lnTo>
                  <a:lnTo>
                    <a:pt x="1747964" y="24179"/>
                  </a:lnTo>
                  <a:lnTo>
                    <a:pt x="1591885" y="54404"/>
                  </a:lnTo>
                  <a:lnTo>
                    <a:pt x="1438060" y="96719"/>
                  </a:lnTo>
                  <a:lnTo>
                    <a:pt x="1287239" y="151123"/>
                  </a:lnTo>
                  <a:lnTo>
                    <a:pt x="1140175" y="217618"/>
                  </a:lnTo>
                  <a:lnTo>
                    <a:pt x="997617" y="296202"/>
                  </a:lnTo>
                  <a:lnTo>
                    <a:pt x="860317" y="386876"/>
                  </a:lnTo>
                  <a:lnTo>
                    <a:pt x="729027" y="489640"/>
                  </a:lnTo>
                  <a:lnTo>
                    <a:pt x="604497" y="604494"/>
                  </a:lnTo>
                  <a:lnTo>
                    <a:pt x="489642" y="729024"/>
                  </a:lnTo>
                  <a:lnTo>
                    <a:pt x="386878" y="860314"/>
                  </a:lnTo>
                  <a:lnTo>
                    <a:pt x="296203" y="997614"/>
                  </a:lnTo>
                  <a:lnTo>
                    <a:pt x="217619" y="1140171"/>
                  </a:lnTo>
                  <a:lnTo>
                    <a:pt x="151124" y="1287236"/>
                  </a:lnTo>
                  <a:lnTo>
                    <a:pt x="96719" y="1438057"/>
                  </a:lnTo>
                  <a:lnTo>
                    <a:pt x="54404" y="1591882"/>
                  </a:lnTo>
                  <a:lnTo>
                    <a:pt x="24179" y="1747961"/>
                  </a:lnTo>
                  <a:lnTo>
                    <a:pt x="6044" y="1905542"/>
                  </a:lnTo>
                  <a:lnTo>
                    <a:pt x="0" y="2063874"/>
                  </a:lnTo>
                  <a:lnTo>
                    <a:pt x="6044" y="2222206"/>
                  </a:lnTo>
                  <a:lnTo>
                    <a:pt x="24179" y="2379787"/>
                  </a:lnTo>
                  <a:lnTo>
                    <a:pt x="54404" y="2535866"/>
                  </a:lnTo>
                  <a:lnTo>
                    <a:pt x="96719" y="2689691"/>
                  </a:lnTo>
                  <a:lnTo>
                    <a:pt x="151124" y="2840512"/>
                  </a:lnTo>
                  <a:lnTo>
                    <a:pt x="217619" y="2987577"/>
                  </a:lnTo>
                  <a:lnTo>
                    <a:pt x="296203" y="3130134"/>
                  </a:lnTo>
                  <a:lnTo>
                    <a:pt x="386878" y="3267434"/>
                  </a:lnTo>
                  <a:lnTo>
                    <a:pt x="489642" y="3398724"/>
                  </a:lnTo>
                  <a:lnTo>
                    <a:pt x="604497" y="3523254"/>
                  </a:lnTo>
                  <a:lnTo>
                    <a:pt x="729027" y="3638108"/>
                  </a:lnTo>
                  <a:lnTo>
                    <a:pt x="860317" y="3740872"/>
                  </a:lnTo>
                  <a:lnTo>
                    <a:pt x="997617" y="3831546"/>
                  </a:lnTo>
                  <a:lnTo>
                    <a:pt x="1140175" y="3910131"/>
                  </a:lnTo>
                  <a:lnTo>
                    <a:pt x="1287239" y="3976625"/>
                  </a:lnTo>
                  <a:lnTo>
                    <a:pt x="1438060" y="4031029"/>
                  </a:lnTo>
                  <a:lnTo>
                    <a:pt x="1591885" y="4073344"/>
                  </a:lnTo>
                  <a:lnTo>
                    <a:pt x="1747964" y="4103569"/>
                  </a:lnTo>
                  <a:lnTo>
                    <a:pt x="1905544" y="4121704"/>
                  </a:lnTo>
                  <a:lnTo>
                    <a:pt x="2063876" y="4127749"/>
                  </a:lnTo>
                  <a:lnTo>
                    <a:pt x="2222208" y="4121704"/>
                  </a:lnTo>
                  <a:lnTo>
                    <a:pt x="2379789" y="4103569"/>
                  </a:lnTo>
                  <a:lnTo>
                    <a:pt x="2535868" y="4073344"/>
                  </a:lnTo>
                  <a:lnTo>
                    <a:pt x="2689693" y="4031029"/>
                  </a:lnTo>
                  <a:lnTo>
                    <a:pt x="2840513" y="3976625"/>
                  </a:lnTo>
                  <a:lnTo>
                    <a:pt x="2987578" y="3910131"/>
                  </a:lnTo>
                  <a:lnTo>
                    <a:pt x="3130136" y="3831546"/>
                  </a:lnTo>
                  <a:lnTo>
                    <a:pt x="3267436" y="3740872"/>
                  </a:lnTo>
                  <a:lnTo>
                    <a:pt x="3398726" y="3638108"/>
                  </a:lnTo>
                  <a:lnTo>
                    <a:pt x="3523256" y="3523254"/>
                  </a:lnTo>
                  <a:lnTo>
                    <a:pt x="3638111" y="3398724"/>
                  </a:lnTo>
                  <a:lnTo>
                    <a:pt x="3740875" y="3267434"/>
                  </a:lnTo>
                  <a:lnTo>
                    <a:pt x="3831550" y="3130134"/>
                  </a:lnTo>
                  <a:lnTo>
                    <a:pt x="3910134" y="2987577"/>
                  </a:lnTo>
                  <a:lnTo>
                    <a:pt x="3976629" y="2840512"/>
                  </a:lnTo>
                  <a:lnTo>
                    <a:pt x="4031034" y="2689691"/>
                  </a:lnTo>
                  <a:lnTo>
                    <a:pt x="4073349" y="2535866"/>
                  </a:lnTo>
                  <a:lnTo>
                    <a:pt x="4103574" y="2379787"/>
                  </a:lnTo>
                  <a:lnTo>
                    <a:pt x="4121708" y="2222206"/>
                  </a:lnTo>
                  <a:lnTo>
                    <a:pt x="4127753" y="2063874"/>
                  </a:lnTo>
                  <a:lnTo>
                    <a:pt x="4121708" y="1905542"/>
                  </a:lnTo>
                  <a:lnTo>
                    <a:pt x="4103574" y="1747961"/>
                  </a:lnTo>
                  <a:lnTo>
                    <a:pt x="4073349" y="1591882"/>
                  </a:lnTo>
                  <a:lnTo>
                    <a:pt x="4031034" y="1438057"/>
                  </a:lnTo>
                  <a:lnTo>
                    <a:pt x="3976629" y="1287236"/>
                  </a:lnTo>
                  <a:lnTo>
                    <a:pt x="3910134" y="1140171"/>
                  </a:lnTo>
                  <a:lnTo>
                    <a:pt x="3831550" y="997614"/>
                  </a:lnTo>
                  <a:lnTo>
                    <a:pt x="3740875" y="860314"/>
                  </a:lnTo>
                  <a:lnTo>
                    <a:pt x="3638111" y="729024"/>
                  </a:lnTo>
                  <a:lnTo>
                    <a:pt x="3523256" y="604494"/>
                  </a:lnTo>
                  <a:lnTo>
                    <a:pt x="3398726" y="489640"/>
                  </a:lnTo>
                  <a:lnTo>
                    <a:pt x="3267436" y="386876"/>
                  </a:lnTo>
                  <a:lnTo>
                    <a:pt x="3130136" y="296202"/>
                  </a:lnTo>
                  <a:lnTo>
                    <a:pt x="2987578" y="217618"/>
                  </a:lnTo>
                  <a:lnTo>
                    <a:pt x="2840513" y="151123"/>
                  </a:lnTo>
                  <a:lnTo>
                    <a:pt x="2689693" y="96719"/>
                  </a:lnTo>
                  <a:lnTo>
                    <a:pt x="2535868" y="54404"/>
                  </a:lnTo>
                  <a:lnTo>
                    <a:pt x="2379789" y="24179"/>
                  </a:lnTo>
                  <a:lnTo>
                    <a:pt x="2222208" y="6044"/>
                  </a:lnTo>
                  <a:lnTo>
                    <a:pt x="2063876" y="0"/>
                  </a:lnTo>
                  <a:close/>
                </a:path>
              </a:pathLst>
            </a:custGeom>
            <a:solidFill>
              <a:schemeClr val="accent5"/>
            </a:solidFill>
          </p:spPr>
          <p:txBody>
            <a:bodyPr wrap="square" lIns="0" tIns="0" rIns="0" bIns="0" rtlCol="0">
              <a:noAutofit/>
            </a:bodyPr>
            <a:lstStyle/>
            <a:p>
              <a:endParaRPr sz="1800">
                <a:latin typeface="+mn-lt"/>
              </a:endParaRPr>
            </a:p>
          </p:txBody>
        </p:sp>
        <p:sp>
          <p:nvSpPr>
            <p:cNvPr id="39" name="object 10"/>
            <p:cNvSpPr/>
            <p:nvPr userDrawn="1"/>
          </p:nvSpPr>
          <p:spPr>
            <a:xfrm>
              <a:off x="5312263" y="2899917"/>
              <a:ext cx="637328" cy="637328"/>
            </a:xfrm>
            <a:custGeom>
              <a:avLst/>
              <a:gdLst/>
              <a:ahLst/>
              <a:cxnLst/>
              <a:rect l="l" t="t" r="r" b="b"/>
              <a:pathLst>
                <a:path w="1390729" h="1390729">
                  <a:moveTo>
                    <a:pt x="695364" y="0"/>
                  </a:moveTo>
                  <a:lnTo>
                    <a:pt x="642019" y="2036"/>
                  </a:lnTo>
                  <a:lnTo>
                    <a:pt x="588926" y="8146"/>
                  </a:lnTo>
                  <a:lnTo>
                    <a:pt x="536340" y="18330"/>
                  </a:lnTo>
                  <a:lnTo>
                    <a:pt x="484512" y="32586"/>
                  </a:lnTo>
                  <a:lnTo>
                    <a:pt x="433697" y="50916"/>
                  </a:lnTo>
                  <a:lnTo>
                    <a:pt x="384147" y="73320"/>
                  </a:lnTo>
                  <a:lnTo>
                    <a:pt x="336116" y="99796"/>
                  </a:lnTo>
                  <a:lnTo>
                    <a:pt x="289856" y="130346"/>
                  </a:lnTo>
                  <a:lnTo>
                    <a:pt x="245621" y="164970"/>
                  </a:lnTo>
                  <a:lnTo>
                    <a:pt x="203663" y="203667"/>
                  </a:lnTo>
                  <a:lnTo>
                    <a:pt x="164967" y="245623"/>
                  </a:lnTo>
                  <a:lnTo>
                    <a:pt x="130344" y="289858"/>
                  </a:lnTo>
                  <a:lnTo>
                    <a:pt x="99795" y="336117"/>
                  </a:lnTo>
                  <a:lnTo>
                    <a:pt x="73319" y="384148"/>
                  </a:lnTo>
                  <a:lnTo>
                    <a:pt x="50915" y="433698"/>
                  </a:lnTo>
                  <a:lnTo>
                    <a:pt x="32586" y="484512"/>
                  </a:lnTo>
                  <a:lnTo>
                    <a:pt x="18329" y="536339"/>
                  </a:lnTo>
                  <a:lnTo>
                    <a:pt x="8146" y="588926"/>
                  </a:lnTo>
                  <a:lnTo>
                    <a:pt x="2036" y="642018"/>
                  </a:lnTo>
                  <a:lnTo>
                    <a:pt x="0" y="695364"/>
                  </a:lnTo>
                  <a:lnTo>
                    <a:pt x="2036" y="748710"/>
                  </a:lnTo>
                  <a:lnTo>
                    <a:pt x="8146" y="801802"/>
                  </a:lnTo>
                  <a:lnTo>
                    <a:pt x="18329" y="854389"/>
                  </a:lnTo>
                  <a:lnTo>
                    <a:pt x="32586" y="906216"/>
                  </a:lnTo>
                  <a:lnTo>
                    <a:pt x="50915" y="957030"/>
                  </a:lnTo>
                  <a:lnTo>
                    <a:pt x="73319" y="1006580"/>
                  </a:lnTo>
                  <a:lnTo>
                    <a:pt x="99795" y="1054610"/>
                  </a:lnTo>
                  <a:lnTo>
                    <a:pt x="130344" y="1100870"/>
                  </a:lnTo>
                  <a:lnTo>
                    <a:pt x="164967" y="1145104"/>
                  </a:lnTo>
                  <a:lnTo>
                    <a:pt x="203663" y="1187061"/>
                  </a:lnTo>
                  <a:lnTo>
                    <a:pt x="245621" y="1225758"/>
                  </a:lnTo>
                  <a:lnTo>
                    <a:pt x="289856" y="1260381"/>
                  </a:lnTo>
                  <a:lnTo>
                    <a:pt x="336116" y="1290931"/>
                  </a:lnTo>
                  <a:lnTo>
                    <a:pt x="384147" y="1317408"/>
                  </a:lnTo>
                  <a:lnTo>
                    <a:pt x="433697" y="1339812"/>
                  </a:lnTo>
                  <a:lnTo>
                    <a:pt x="484512" y="1358142"/>
                  </a:lnTo>
                  <a:lnTo>
                    <a:pt x="536340" y="1372399"/>
                  </a:lnTo>
                  <a:lnTo>
                    <a:pt x="588926" y="1382582"/>
                  </a:lnTo>
                  <a:lnTo>
                    <a:pt x="642019" y="1388692"/>
                  </a:lnTo>
                  <a:lnTo>
                    <a:pt x="695364" y="1390729"/>
                  </a:lnTo>
                  <a:lnTo>
                    <a:pt x="748710" y="1388692"/>
                  </a:lnTo>
                  <a:lnTo>
                    <a:pt x="801802" y="1382582"/>
                  </a:lnTo>
                  <a:lnTo>
                    <a:pt x="854389" y="1372399"/>
                  </a:lnTo>
                  <a:lnTo>
                    <a:pt x="906215" y="1358142"/>
                  </a:lnTo>
                  <a:lnTo>
                    <a:pt x="957030" y="1339812"/>
                  </a:lnTo>
                  <a:lnTo>
                    <a:pt x="1006579" y="1317408"/>
                  </a:lnTo>
                  <a:lnTo>
                    <a:pt x="1054609" y="1290931"/>
                  </a:lnTo>
                  <a:lnTo>
                    <a:pt x="1100868" y="1260381"/>
                  </a:lnTo>
                  <a:lnTo>
                    <a:pt x="1145102" y="1225758"/>
                  </a:lnTo>
                  <a:lnTo>
                    <a:pt x="1187058" y="1187061"/>
                  </a:lnTo>
                  <a:lnTo>
                    <a:pt x="1225755" y="1145104"/>
                  </a:lnTo>
                  <a:lnTo>
                    <a:pt x="1260379" y="1100870"/>
                  </a:lnTo>
                  <a:lnTo>
                    <a:pt x="1290930" y="1054610"/>
                  </a:lnTo>
                  <a:lnTo>
                    <a:pt x="1317408" y="1006580"/>
                  </a:lnTo>
                  <a:lnTo>
                    <a:pt x="1339811" y="957030"/>
                  </a:lnTo>
                  <a:lnTo>
                    <a:pt x="1358142" y="906216"/>
                  </a:lnTo>
                  <a:lnTo>
                    <a:pt x="1372399" y="854389"/>
                  </a:lnTo>
                  <a:lnTo>
                    <a:pt x="1382583" y="801802"/>
                  </a:lnTo>
                  <a:lnTo>
                    <a:pt x="1388693" y="748710"/>
                  </a:lnTo>
                  <a:lnTo>
                    <a:pt x="1390729" y="695364"/>
                  </a:lnTo>
                  <a:lnTo>
                    <a:pt x="1388693" y="642018"/>
                  </a:lnTo>
                  <a:lnTo>
                    <a:pt x="1382583" y="588926"/>
                  </a:lnTo>
                  <a:lnTo>
                    <a:pt x="1372399" y="536339"/>
                  </a:lnTo>
                  <a:lnTo>
                    <a:pt x="1358142" y="484512"/>
                  </a:lnTo>
                  <a:lnTo>
                    <a:pt x="1339811" y="433698"/>
                  </a:lnTo>
                  <a:lnTo>
                    <a:pt x="1317408" y="384148"/>
                  </a:lnTo>
                  <a:lnTo>
                    <a:pt x="1290930" y="336117"/>
                  </a:lnTo>
                  <a:lnTo>
                    <a:pt x="1260379" y="289858"/>
                  </a:lnTo>
                  <a:lnTo>
                    <a:pt x="1225755" y="245623"/>
                  </a:lnTo>
                  <a:lnTo>
                    <a:pt x="1187058" y="203667"/>
                  </a:lnTo>
                  <a:lnTo>
                    <a:pt x="1145102" y="164970"/>
                  </a:lnTo>
                  <a:lnTo>
                    <a:pt x="1100868" y="130346"/>
                  </a:lnTo>
                  <a:lnTo>
                    <a:pt x="1054609" y="99796"/>
                  </a:lnTo>
                  <a:lnTo>
                    <a:pt x="1006579" y="73320"/>
                  </a:lnTo>
                  <a:lnTo>
                    <a:pt x="957030" y="50916"/>
                  </a:lnTo>
                  <a:lnTo>
                    <a:pt x="906215" y="32586"/>
                  </a:lnTo>
                  <a:lnTo>
                    <a:pt x="854389" y="18330"/>
                  </a:lnTo>
                  <a:lnTo>
                    <a:pt x="801802" y="8146"/>
                  </a:lnTo>
                  <a:lnTo>
                    <a:pt x="748710" y="2036"/>
                  </a:lnTo>
                  <a:lnTo>
                    <a:pt x="695364" y="0"/>
                  </a:lnTo>
                  <a:close/>
                </a:path>
              </a:pathLst>
            </a:custGeom>
            <a:solidFill>
              <a:schemeClr val="accent6"/>
            </a:solidFill>
          </p:spPr>
          <p:txBody>
            <a:bodyPr wrap="square" lIns="0" tIns="0" rIns="0" bIns="0" rtlCol="0">
              <a:noAutofit/>
            </a:bodyPr>
            <a:lstStyle/>
            <a:p>
              <a:endParaRPr sz="1800">
                <a:latin typeface="+mn-lt"/>
              </a:endParaRPr>
            </a:p>
          </p:txBody>
        </p:sp>
        <p:sp>
          <p:nvSpPr>
            <p:cNvPr id="40" name="object 11"/>
            <p:cNvSpPr/>
            <p:nvPr userDrawn="1"/>
          </p:nvSpPr>
          <p:spPr>
            <a:xfrm>
              <a:off x="6136067" y="2898541"/>
              <a:ext cx="640080" cy="640080"/>
            </a:xfrm>
            <a:custGeom>
              <a:avLst/>
              <a:gdLst/>
              <a:ahLst/>
              <a:cxnLst/>
              <a:rect l="l" t="t" r="r" b="b"/>
              <a:pathLst>
                <a:path w="1263752" h="1263753">
                  <a:moveTo>
                    <a:pt x="631876" y="0"/>
                  </a:moveTo>
                  <a:lnTo>
                    <a:pt x="583400" y="1850"/>
                  </a:lnTo>
                  <a:lnTo>
                    <a:pt x="535155" y="7402"/>
                  </a:lnTo>
                  <a:lnTo>
                    <a:pt x="487369" y="16656"/>
                  </a:lnTo>
                  <a:lnTo>
                    <a:pt x="440274" y="29611"/>
                  </a:lnTo>
                  <a:lnTo>
                    <a:pt x="394098" y="46268"/>
                  </a:lnTo>
                  <a:lnTo>
                    <a:pt x="349072" y="66626"/>
                  </a:lnTo>
                  <a:lnTo>
                    <a:pt x="305426" y="90685"/>
                  </a:lnTo>
                  <a:lnTo>
                    <a:pt x="263390" y="118446"/>
                  </a:lnTo>
                  <a:lnTo>
                    <a:pt x="223194" y="149908"/>
                  </a:lnTo>
                  <a:lnTo>
                    <a:pt x="185067" y="185072"/>
                  </a:lnTo>
                  <a:lnTo>
                    <a:pt x="149904" y="223198"/>
                  </a:lnTo>
                  <a:lnTo>
                    <a:pt x="118443" y="263394"/>
                  </a:lnTo>
                  <a:lnTo>
                    <a:pt x="90683" y="305429"/>
                  </a:lnTo>
                  <a:lnTo>
                    <a:pt x="66624" y="349075"/>
                  </a:lnTo>
                  <a:lnTo>
                    <a:pt x="46266" y="394100"/>
                  </a:lnTo>
                  <a:lnTo>
                    <a:pt x="29610" y="440276"/>
                  </a:lnTo>
                  <a:lnTo>
                    <a:pt x="16656" y="487371"/>
                  </a:lnTo>
                  <a:lnTo>
                    <a:pt x="7402" y="535156"/>
                  </a:lnTo>
                  <a:lnTo>
                    <a:pt x="1850" y="583401"/>
                  </a:lnTo>
                  <a:lnTo>
                    <a:pt x="0" y="631876"/>
                  </a:lnTo>
                  <a:lnTo>
                    <a:pt x="1850" y="680351"/>
                  </a:lnTo>
                  <a:lnTo>
                    <a:pt x="7402" y="728596"/>
                  </a:lnTo>
                  <a:lnTo>
                    <a:pt x="16656" y="776381"/>
                  </a:lnTo>
                  <a:lnTo>
                    <a:pt x="29610" y="823477"/>
                  </a:lnTo>
                  <a:lnTo>
                    <a:pt x="46266" y="869652"/>
                  </a:lnTo>
                  <a:lnTo>
                    <a:pt x="66624" y="914677"/>
                  </a:lnTo>
                  <a:lnTo>
                    <a:pt x="90683" y="958323"/>
                  </a:lnTo>
                  <a:lnTo>
                    <a:pt x="118443" y="1000358"/>
                  </a:lnTo>
                  <a:lnTo>
                    <a:pt x="149904" y="1040554"/>
                  </a:lnTo>
                  <a:lnTo>
                    <a:pt x="185067" y="1078680"/>
                  </a:lnTo>
                  <a:lnTo>
                    <a:pt x="223194" y="1113844"/>
                  </a:lnTo>
                  <a:lnTo>
                    <a:pt x="263390" y="1145306"/>
                  </a:lnTo>
                  <a:lnTo>
                    <a:pt x="305426" y="1173067"/>
                  </a:lnTo>
                  <a:lnTo>
                    <a:pt x="349072" y="1197127"/>
                  </a:lnTo>
                  <a:lnTo>
                    <a:pt x="394098" y="1217485"/>
                  </a:lnTo>
                  <a:lnTo>
                    <a:pt x="440274" y="1234141"/>
                  </a:lnTo>
                  <a:lnTo>
                    <a:pt x="487369" y="1247096"/>
                  </a:lnTo>
                  <a:lnTo>
                    <a:pt x="535155" y="1256350"/>
                  </a:lnTo>
                  <a:lnTo>
                    <a:pt x="583400" y="1261902"/>
                  </a:lnTo>
                  <a:lnTo>
                    <a:pt x="631876" y="1263753"/>
                  </a:lnTo>
                  <a:lnTo>
                    <a:pt x="680351" y="1261902"/>
                  </a:lnTo>
                  <a:lnTo>
                    <a:pt x="728596" y="1256350"/>
                  </a:lnTo>
                  <a:lnTo>
                    <a:pt x="776382" y="1247096"/>
                  </a:lnTo>
                  <a:lnTo>
                    <a:pt x="823477" y="1234141"/>
                  </a:lnTo>
                  <a:lnTo>
                    <a:pt x="869653" y="1217485"/>
                  </a:lnTo>
                  <a:lnTo>
                    <a:pt x="914679" y="1197127"/>
                  </a:lnTo>
                  <a:lnTo>
                    <a:pt x="958325" y="1173067"/>
                  </a:lnTo>
                  <a:lnTo>
                    <a:pt x="1000361" y="1145306"/>
                  </a:lnTo>
                  <a:lnTo>
                    <a:pt x="1040557" y="1113844"/>
                  </a:lnTo>
                  <a:lnTo>
                    <a:pt x="1078684" y="1078680"/>
                  </a:lnTo>
                  <a:lnTo>
                    <a:pt x="1113847" y="1040554"/>
                  </a:lnTo>
                  <a:lnTo>
                    <a:pt x="1145308" y="1000358"/>
                  </a:lnTo>
                  <a:lnTo>
                    <a:pt x="1173068" y="958323"/>
                  </a:lnTo>
                  <a:lnTo>
                    <a:pt x="1197127" y="914677"/>
                  </a:lnTo>
                  <a:lnTo>
                    <a:pt x="1217485" y="869652"/>
                  </a:lnTo>
                  <a:lnTo>
                    <a:pt x="1234141" y="823477"/>
                  </a:lnTo>
                  <a:lnTo>
                    <a:pt x="1247096" y="776381"/>
                  </a:lnTo>
                  <a:lnTo>
                    <a:pt x="1256349" y="728596"/>
                  </a:lnTo>
                  <a:lnTo>
                    <a:pt x="1261901" y="680351"/>
                  </a:lnTo>
                  <a:lnTo>
                    <a:pt x="1263752" y="631876"/>
                  </a:lnTo>
                  <a:lnTo>
                    <a:pt x="1261901" y="583401"/>
                  </a:lnTo>
                  <a:lnTo>
                    <a:pt x="1256349" y="535156"/>
                  </a:lnTo>
                  <a:lnTo>
                    <a:pt x="1247096" y="487371"/>
                  </a:lnTo>
                  <a:lnTo>
                    <a:pt x="1234141" y="440276"/>
                  </a:lnTo>
                  <a:lnTo>
                    <a:pt x="1217485" y="394100"/>
                  </a:lnTo>
                  <a:lnTo>
                    <a:pt x="1197127" y="349075"/>
                  </a:lnTo>
                  <a:lnTo>
                    <a:pt x="1173068" y="305429"/>
                  </a:lnTo>
                  <a:lnTo>
                    <a:pt x="1145308" y="263394"/>
                  </a:lnTo>
                  <a:lnTo>
                    <a:pt x="1113847" y="223198"/>
                  </a:lnTo>
                  <a:lnTo>
                    <a:pt x="1078684" y="185072"/>
                  </a:lnTo>
                  <a:lnTo>
                    <a:pt x="1040557" y="149908"/>
                  </a:lnTo>
                  <a:lnTo>
                    <a:pt x="1000361" y="118446"/>
                  </a:lnTo>
                  <a:lnTo>
                    <a:pt x="958325" y="90685"/>
                  </a:lnTo>
                  <a:lnTo>
                    <a:pt x="914679" y="66626"/>
                  </a:lnTo>
                  <a:lnTo>
                    <a:pt x="869653" y="46268"/>
                  </a:lnTo>
                  <a:lnTo>
                    <a:pt x="823477" y="29611"/>
                  </a:lnTo>
                  <a:lnTo>
                    <a:pt x="776382" y="16656"/>
                  </a:lnTo>
                  <a:lnTo>
                    <a:pt x="728596" y="7402"/>
                  </a:lnTo>
                  <a:lnTo>
                    <a:pt x="680351" y="1850"/>
                  </a:lnTo>
                  <a:lnTo>
                    <a:pt x="631876" y="0"/>
                  </a:lnTo>
                  <a:close/>
                </a:path>
              </a:pathLst>
            </a:custGeom>
            <a:solidFill>
              <a:schemeClr val="accent1"/>
            </a:solidFill>
          </p:spPr>
          <p:txBody>
            <a:bodyPr wrap="square" lIns="0" tIns="0" rIns="0" bIns="0" rtlCol="0">
              <a:noAutofit/>
            </a:bodyPr>
            <a:lstStyle/>
            <a:p>
              <a:endParaRPr sz="1800">
                <a:latin typeface="+mn-lt"/>
              </a:endParaRPr>
            </a:p>
          </p:txBody>
        </p:sp>
        <p:sp>
          <p:nvSpPr>
            <p:cNvPr id="41" name="object 9"/>
            <p:cNvSpPr/>
            <p:nvPr userDrawn="1"/>
          </p:nvSpPr>
          <p:spPr>
            <a:xfrm>
              <a:off x="4484252" y="2897813"/>
              <a:ext cx="641535" cy="641536"/>
            </a:xfrm>
            <a:custGeom>
              <a:avLst/>
              <a:gdLst/>
              <a:ahLst/>
              <a:cxnLst/>
              <a:rect l="l" t="t" r="r" b="b"/>
              <a:pathLst>
                <a:path w="1880363" h="1880367">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3"/>
                  </a:lnTo>
                  <a:lnTo>
                    <a:pt x="2753" y="1012310"/>
                  </a:lnTo>
                  <a:lnTo>
                    <a:pt x="11014" y="1084095"/>
                  </a:lnTo>
                  <a:lnTo>
                    <a:pt x="24783" y="1155196"/>
                  </a:lnTo>
                  <a:lnTo>
                    <a:pt x="44059" y="1225270"/>
                  </a:lnTo>
                  <a:lnTo>
                    <a:pt x="68843" y="1293975"/>
                  </a:lnTo>
                  <a:lnTo>
                    <a:pt x="99134" y="1360969"/>
                  </a:lnTo>
                  <a:lnTo>
                    <a:pt x="134933" y="1425911"/>
                  </a:lnTo>
                  <a:lnTo>
                    <a:pt x="176239" y="1488456"/>
                  </a:lnTo>
                  <a:lnTo>
                    <a:pt x="223052" y="1548265"/>
                  </a:lnTo>
                  <a:lnTo>
                    <a:pt x="275373" y="1604993"/>
                  </a:lnTo>
                  <a:lnTo>
                    <a:pt x="332102" y="1657314"/>
                  </a:lnTo>
                  <a:lnTo>
                    <a:pt x="391911" y="1704128"/>
                  </a:lnTo>
                  <a:lnTo>
                    <a:pt x="454457" y="1745434"/>
                  </a:lnTo>
                  <a:lnTo>
                    <a:pt x="519398" y="1781232"/>
                  </a:lnTo>
                  <a:lnTo>
                    <a:pt x="586392" y="1811523"/>
                  </a:lnTo>
                  <a:lnTo>
                    <a:pt x="655098" y="1836307"/>
                  </a:lnTo>
                  <a:lnTo>
                    <a:pt x="725172" y="1855583"/>
                  </a:lnTo>
                  <a:lnTo>
                    <a:pt x="796273" y="1869352"/>
                  </a:lnTo>
                  <a:lnTo>
                    <a:pt x="868058" y="1877613"/>
                  </a:lnTo>
                  <a:lnTo>
                    <a:pt x="940185" y="1880367"/>
                  </a:lnTo>
                  <a:lnTo>
                    <a:pt x="1012312" y="1877613"/>
                  </a:lnTo>
                  <a:lnTo>
                    <a:pt x="1084097" y="1869352"/>
                  </a:lnTo>
                  <a:lnTo>
                    <a:pt x="1155197" y="1855583"/>
                  </a:lnTo>
                  <a:lnTo>
                    <a:pt x="1225271" y="1836307"/>
                  </a:lnTo>
                  <a:lnTo>
                    <a:pt x="1293976" y="1811523"/>
                  </a:lnTo>
                  <a:lnTo>
                    <a:pt x="1360970" y="1781232"/>
                  </a:lnTo>
                  <a:lnTo>
                    <a:pt x="1425911" y="1745434"/>
                  </a:lnTo>
                  <a:lnTo>
                    <a:pt x="1488456" y="1704128"/>
                  </a:lnTo>
                  <a:lnTo>
                    <a:pt x="1548264" y="1657314"/>
                  </a:lnTo>
                  <a:lnTo>
                    <a:pt x="1604992" y="1604993"/>
                  </a:lnTo>
                  <a:lnTo>
                    <a:pt x="1657313" y="1548265"/>
                  </a:lnTo>
                  <a:lnTo>
                    <a:pt x="1704126" y="1488456"/>
                  </a:lnTo>
                  <a:lnTo>
                    <a:pt x="1745432" y="1425911"/>
                  </a:lnTo>
                  <a:lnTo>
                    <a:pt x="1781230" y="1360969"/>
                  </a:lnTo>
                  <a:lnTo>
                    <a:pt x="1811521" y="1293975"/>
                  </a:lnTo>
                  <a:lnTo>
                    <a:pt x="1836304" y="1225270"/>
                  </a:lnTo>
                  <a:lnTo>
                    <a:pt x="1855580" y="1155196"/>
                  </a:lnTo>
                  <a:lnTo>
                    <a:pt x="1869349" y="1084095"/>
                  </a:lnTo>
                  <a:lnTo>
                    <a:pt x="1877610" y="1012310"/>
                  </a:lnTo>
                  <a:lnTo>
                    <a:pt x="1880363" y="940183"/>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solidFill>
          </p:spPr>
          <p:txBody>
            <a:bodyPr wrap="square" lIns="0" tIns="0" rIns="0" bIns="0" rtlCol="0">
              <a:noAutofit/>
            </a:bodyPr>
            <a:lstStyle/>
            <a:p>
              <a:endParaRPr sz="1800">
                <a:latin typeface="+mn-lt"/>
              </a:endParaRPr>
            </a:p>
          </p:txBody>
        </p:sp>
      </p:grpSp>
      <p:sp>
        <p:nvSpPr>
          <p:cNvPr id="17"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err="1">
                <a:solidFill>
                  <a:srgbClr val="0D356E"/>
                </a:solidFill>
                <a:latin typeface="+mn-lt"/>
                <a:cs typeface="Arial"/>
              </a:rPr>
              <a:t>Subheadline</a:t>
            </a:r>
            <a:r>
              <a:rPr lang="en-US" sz="1050" b="1" spc="6">
                <a:solidFill>
                  <a:srgbClr val="0D356E"/>
                </a:solidFill>
                <a:latin typeface="+mn-lt"/>
                <a:cs typeface="Arial"/>
              </a:rPr>
              <a:t> </a:t>
            </a:r>
            <a:r>
              <a:rPr lang="en-US" sz="1050" b="1">
                <a:solidFill>
                  <a:srgbClr val="0D356E"/>
                </a:solidFill>
                <a:latin typeface="+mn-lt"/>
                <a:cs typeface="Arial"/>
              </a:rPr>
              <a:t>or</a:t>
            </a:r>
            <a:r>
              <a:rPr lang="en-US" sz="1050" b="1" spc="6">
                <a:solidFill>
                  <a:srgbClr val="0D356E"/>
                </a:solidFill>
                <a:latin typeface="+mn-lt"/>
                <a:cs typeface="Arial"/>
              </a:rPr>
              <a:t> </a:t>
            </a:r>
            <a:r>
              <a:rPr lang="en-US" sz="1050" b="1">
                <a:solidFill>
                  <a:srgbClr val="0D356E"/>
                </a:solidFill>
                <a:latin typeface="+mn-lt"/>
                <a:cs typeface="Arial"/>
              </a:rPr>
              <a:t>supportive</a:t>
            </a:r>
            <a:r>
              <a:rPr lang="en-US" sz="1050" b="1" spc="6">
                <a:solidFill>
                  <a:srgbClr val="0D356E"/>
                </a:solidFill>
                <a:latin typeface="+mn-lt"/>
                <a:cs typeface="Arial"/>
              </a:rPr>
              <a:t> </a:t>
            </a:r>
            <a:r>
              <a:rPr lang="en-US" sz="1050" b="1">
                <a:solidFill>
                  <a:srgbClr val="0D356E"/>
                </a:solidFill>
                <a:latin typeface="+mn-lt"/>
                <a:cs typeface="Arial"/>
              </a:rPr>
              <a:t>text</a:t>
            </a:r>
          </a:p>
        </p:txBody>
      </p:sp>
      <p:sp>
        <p:nvSpPr>
          <p:cNvPr id="18"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a:solidFill>
                  <a:srgbClr val="0D356E"/>
                </a:solidFill>
                <a:latin typeface="+mn-lt"/>
                <a:cs typeface="Arial"/>
              </a:rPr>
              <a:t>Lorem</a:t>
            </a:r>
            <a:r>
              <a:rPr lang="en-US" sz="1050" spc="6">
                <a:solidFill>
                  <a:srgbClr val="0D356E"/>
                </a:solidFill>
                <a:latin typeface="+mn-lt"/>
                <a:cs typeface="Arial"/>
              </a:rPr>
              <a:t> ipsum </a:t>
            </a:r>
            <a:r>
              <a:rPr lang="en-US" sz="1050">
                <a:solidFill>
                  <a:srgbClr val="0D356E"/>
                </a:solidFill>
                <a:latin typeface="+mn-lt"/>
                <a:cs typeface="Arial"/>
              </a:rPr>
              <a:t>do</a:t>
            </a:r>
            <a:r>
              <a:rPr lang="en-US" sz="1050" spc="6">
                <a:solidFill>
                  <a:srgbClr val="0D356E"/>
                </a:solidFill>
                <a:latin typeface="+mn-lt"/>
                <a:cs typeface="Arial"/>
              </a:rPr>
              <a:t>lor </a:t>
            </a:r>
            <a:r>
              <a:rPr lang="en-US" sz="1050">
                <a:solidFill>
                  <a:srgbClr val="0D356E"/>
                </a:solidFill>
                <a:latin typeface="+mn-lt"/>
                <a:cs typeface="Arial"/>
              </a:rPr>
              <a:t>sit</a:t>
            </a:r>
            <a:r>
              <a:rPr lang="en-US" sz="1050" spc="6">
                <a:solidFill>
                  <a:srgbClr val="0D356E"/>
                </a:solidFill>
                <a:latin typeface="+mn-lt"/>
                <a:cs typeface="Arial"/>
              </a:rPr>
              <a:t> </a:t>
            </a:r>
            <a:r>
              <a:rPr lang="en-US" sz="1050" err="1">
                <a:solidFill>
                  <a:srgbClr val="0D356E"/>
                </a:solidFill>
                <a:latin typeface="+mn-lt"/>
                <a:cs typeface="Arial"/>
              </a:rPr>
              <a:t>amet</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consectetur</a:t>
            </a:r>
            <a:r>
              <a:rPr lang="en-US" sz="1050" spc="6">
                <a:solidFill>
                  <a:srgbClr val="0D356E"/>
                </a:solidFill>
                <a:latin typeface="+mn-lt"/>
                <a:cs typeface="Arial"/>
              </a:rPr>
              <a:t> </a:t>
            </a:r>
            <a:r>
              <a:rPr lang="en-US" sz="1050" err="1">
                <a:solidFill>
                  <a:srgbClr val="0D356E"/>
                </a:solidFill>
                <a:latin typeface="+mn-lt"/>
                <a:cs typeface="Arial"/>
              </a:rPr>
              <a:t>ad</a:t>
            </a:r>
            <a:r>
              <a:rPr lang="en-US" sz="1050" spc="6" err="1">
                <a:solidFill>
                  <a:srgbClr val="0D356E"/>
                </a:solidFill>
                <a:latin typeface="+mn-lt"/>
                <a:cs typeface="Arial"/>
              </a:rPr>
              <a:t>ipiscing</a:t>
            </a:r>
            <a:r>
              <a:rPr lang="en-US" sz="1050" spc="6">
                <a:solidFill>
                  <a:srgbClr val="0D356E"/>
                </a:solidFill>
                <a:latin typeface="+mn-lt"/>
                <a:cs typeface="Arial"/>
              </a:rPr>
              <a:t> </a:t>
            </a:r>
            <a:r>
              <a:rPr lang="en-US" sz="1050" err="1">
                <a:solidFill>
                  <a:srgbClr val="0D356E"/>
                </a:solidFill>
                <a:latin typeface="+mn-lt"/>
                <a:cs typeface="Arial"/>
              </a:rPr>
              <a:t>e</a:t>
            </a:r>
            <a:r>
              <a:rPr lang="en-US" sz="1050" spc="6" err="1">
                <a:solidFill>
                  <a:srgbClr val="0D356E"/>
                </a:solidFill>
                <a:latin typeface="+mn-lt"/>
                <a:cs typeface="Arial"/>
              </a:rPr>
              <a:t>lit</a:t>
            </a:r>
            <a:r>
              <a:rPr lang="en-US" sz="1050" spc="6">
                <a:solidFill>
                  <a:srgbClr val="0D356E"/>
                </a:solidFill>
                <a:latin typeface="+mn-lt"/>
                <a:cs typeface="Arial"/>
              </a:rPr>
              <a:t>. </a:t>
            </a:r>
            <a:br>
              <a:rPr lang="en-US" sz="1050" spc="6">
                <a:solidFill>
                  <a:srgbClr val="0D356E"/>
                </a:solidFill>
                <a:latin typeface="+mn-lt"/>
                <a:cs typeface="Arial"/>
              </a:rPr>
            </a:br>
            <a:r>
              <a:rPr lang="en-US" sz="1050" spc="6" err="1">
                <a:solidFill>
                  <a:srgbClr val="0D356E"/>
                </a:solidFill>
                <a:latin typeface="+mn-lt"/>
                <a:cs typeface="Arial"/>
              </a:rPr>
              <a:t>Morbi</a:t>
            </a:r>
            <a:r>
              <a:rPr lang="en-US" sz="1050" spc="6">
                <a:solidFill>
                  <a:srgbClr val="0D356E"/>
                </a:solidFill>
                <a:latin typeface="+mn-lt"/>
                <a:cs typeface="Arial"/>
              </a:rPr>
              <a:t> </a:t>
            </a:r>
            <a:r>
              <a:rPr lang="en-US" sz="1050">
                <a:solidFill>
                  <a:srgbClr val="0D356E"/>
                </a:solidFill>
                <a:latin typeface="+mn-lt"/>
                <a:cs typeface="Arial"/>
              </a:rPr>
              <a:t>at</a:t>
            </a:r>
            <a:r>
              <a:rPr lang="en-US" sz="1050" spc="6">
                <a:solidFill>
                  <a:srgbClr val="0D356E"/>
                </a:solidFill>
                <a:latin typeface="+mn-lt"/>
                <a:cs typeface="Arial"/>
              </a:rPr>
              <a:t> </a:t>
            </a:r>
            <a:r>
              <a:rPr lang="en-US" sz="1050">
                <a:solidFill>
                  <a:srgbClr val="0D356E"/>
                </a:solidFill>
                <a:latin typeface="+mn-lt"/>
                <a:cs typeface="Arial"/>
              </a:rPr>
              <a:t>mi</a:t>
            </a:r>
            <a:r>
              <a:rPr lang="en-US" sz="1050" spc="6">
                <a:solidFill>
                  <a:srgbClr val="0D356E"/>
                </a:solidFill>
                <a:latin typeface="+mn-lt"/>
                <a:cs typeface="Arial"/>
              </a:rPr>
              <a:t> </a:t>
            </a:r>
            <a:r>
              <a:rPr lang="en-US" sz="1050" err="1">
                <a:solidFill>
                  <a:srgbClr val="0D356E"/>
                </a:solidFill>
                <a:latin typeface="+mn-lt"/>
                <a:cs typeface="Arial"/>
              </a:rPr>
              <a:t>suscip</a:t>
            </a:r>
            <a:r>
              <a:rPr lang="en-US" sz="1050" spc="6" err="1">
                <a:solidFill>
                  <a:srgbClr val="0D356E"/>
                </a:solidFill>
                <a:latin typeface="+mn-lt"/>
                <a:cs typeface="Arial"/>
              </a:rPr>
              <a:t>it</a:t>
            </a:r>
            <a:r>
              <a:rPr lang="en-US" sz="1050" spc="6">
                <a:solidFill>
                  <a:srgbClr val="0D356E"/>
                </a:solidFill>
                <a:latin typeface="+mn-lt"/>
                <a:cs typeface="Arial"/>
              </a:rPr>
              <a:t>, </a:t>
            </a:r>
            <a:r>
              <a:rPr lang="en-US" sz="1050" err="1">
                <a:solidFill>
                  <a:srgbClr val="0D356E"/>
                </a:solidFill>
                <a:latin typeface="+mn-lt"/>
                <a:cs typeface="Arial"/>
              </a:rPr>
              <a:t>dap</a:t>
            </a:r>
            <a:r>
              <a:rPr lang="en-US" sz="1050" spc="6" err="1">
                <a:solidFill>
                  <a:srgbClr val="0D356E"/>
                </a:solidFill>
                <a:latin typeface="+mn-lt"/>
                <a:cs typeface="Arial"/>
              </a:rPr>
              <a:t>ibus</a:t>
            </a:r>
            <a:r>
              <a:rPr lang="en-US" sz="1050" spc="6">
                <a:solidFill>
                  <a:srgbClr val="0D356E"/>
                </a:solidFill>
                <a:latin typeface="+mn-lt"/>
                <a:cs typeface="Arial"/>
              </a:rPr>
              <a:t> </a:t>
            </a:r>
            <a:r>
              <a:rPr lang="en-US" sz="1050" err="1">
                <a:solidFill>
                  <a:srgbClr val="0D356E"/>
                </a:solidFill>
                <a:latin typeface="+mn-lt"/>
                <a:cs typeface="Arial"/>
              </a:rPr>
              <a:t>nu</a:t>
            </a:r>
            <a:r>
              <a:rPr lang="en-US" sz="1050" spc="6" err="1">
                <a:solidFill>
                  <a:srgbClr val="0D356E"/>
                </a:solidFill>
                <a:latin typeface="+mn-lt"/>
                <a:cs typeface="Arial"/>
              </a:rPr>
              <a:t>lla</a:t>
            </a:r>
            <a:r>
              <a:rPr lang="en-US" sz="1050" spc="6">
                <a:solidFill>
                  <a:srgbClr val="0D356E"/>
                </a:solidFill>
                <a:latin typeface="+mn-lt"/>
                <a:cs typeface="Arial"/>
              </a:rPr>
              <a:t> </a:t>
            </a:r>
            <a:r>
              <a:rPr lang="en-US" sz="1050" err="1">
                <a:solidFill>
                  <a:srgbClr val="0D356E"/>
                </a:solidFill>
                <a:latin typeface="+mn-lt"/>
                <a:cs typeface="Arial"/>
              </a:rPr>
              <a:t>eu</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mo</a:t>
            </a:r>
            <a:r>
              <a:rPr lang="en-US" sz="1050" spc="6" err="1">
                <a:solidFill>
                  <a:srgbClr val="0D356E"/>
                </a:solidFill>
                <a:latin typeface="+mn-lt"/>
                <a:cs typeface="Arial"/>
              </a:rPr>
              <a:t>lestie</a:t>
            </a:r>
            <a:r>
              <a:rPr lang="en-US" sz="1050" spc="6">
                <a:solidFill>
                  <a:srgbClr val="0D356E"/>
                </a:solidFill>
                <a:latin typeface="+mn-lt"/>
                <a:cs typeface="Arial"/>
              </a:rPr>
              <a:t> </a:t>
            </a:r>
            <a:r>
              <a:rPr lang="en-US" sz="1050" err="1">
                <a:solidFill>
                  <a:srgbClr val="0D356E"/>
                </a:solidFill>
                <a:latin typeface="+mn-lt"/>
                <a:cs typeface="Arial"/>
              </a:rPr>
              <a:t>quam</a:t>
            </a:r>
            <a:r>
              <a:rPr lang="en-US" sz="1050">
                <a:solidFill>
                  <a:srgbClr val="0D356E"/>
                </a:solidFill>
                <a:latin typeface="+mn-lt"/>
                <a:cs typeface="Arial"/>
              </a:rPr>
              <a:t>.</a:t>
            </a:r>
            <a:endParaRPr lang="en-US" sz="1050">
              <a:latin typeface="+mn-lt"/>
              <a:cs typeface="Arial"/>
            </a:endParaRPr>
          </a:p>
        </p:txBody>
      </p:sp>
    </p:spTree>
    <p:extLst>
      <p:ext uri="{BB962C8B-B14F-4D97-AF65-F5344CB8AC3E}">
        <p14:creationId xmlns:p14="http://schemas.microsoft.com/office/powerpoint/2010/main" val="3189010466"/>
      </p:ext>
    </p:extLst>
  </p:cSld>
  <p:clrMapOvr>
    <a:masterClrMapping/>
  </p:clrMapOvr>
  <p:extLst>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Breaker without image and with Client/Partner logo ">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Arial" panose="020B0604020202020204" pitchFamily="34" charset="0"/>
              <a:cs typeface="Arial" panose="020B0604020202020204" pitchFamily="34" charset="0"/>
            </a:endParaRPr>
          </a:p>
        </p:txBody>
      </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04547" y="3844395"/>
            <a:ext cx="1306800" cy="1097360"/>
          </a:xfrm>
          <a:prstGeom prst="rect">
            <a:avLst/>
          </a:prstGeom>
        </p:spPr>
      </p:pic>
      <p:sp>
        <p:nvSpPr>
          <p:cNvPr id="16" name="Title 1"/>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a:solidFill>
                  <a:srgbClr val="0D356E"/>
                </a:solidFill>
                <a:latin typeface="+mn-lt"/>
                <a:cs typeface="Arial"/>
              </a:rPr>
              <a:t>Headline placeholder</a:t>
            </a:r>
            <a:br>
              <a:rPr lang="en-US" sz="3600" b="1" u="sng" spc="-55">
                <a:solidFill>
                  <a:srgbClr val="0D356E"/>
                </a:solidFill>
                <a:latin typeface="+mn-lt"/>
                <a:cs typeface="Arial"/>
              </a:rPr>
            </a:br>
            <a:r>
              <a:rPr lang="en-US" sz="3600" b="1" u="sng" spc="-36">
                <a:solidFill>
                  <a:srgbClr val="0D356E"/>
                </a:solidFill>
                <a:latin typeface="+mn-lt"/>
                <a:cs typeface="Arial"/>
              </a:rPr>
              <a:t>i</a:t>
            </a:r>
            <a:r>
              <a:rPr lang="en-US" sz="3600" b="1" u="sng" spc="-67">
                <a:solidFill>
                  <a:srgbClr val="0D356E"/>
                </a:solidFill>
                <a:latin typeface="+mn-lt"/>
                <a:cs typeface="Arial"/>
              </a:rPr>
              <a:t>n</a:t>
            </a:r>
            <a:r>
              <a:rPr lang="en-US" sz="3600" b="1" u="sng" spc="-6">
                <a:solidFill>
                  <a:srgbClr val="0D356E"/>
                </a:solidFill>
                <a:latin typeface="+mn-lt"/>
                <a:cs typeface="Arial"/>
              </a:rPr>
              <a:t> t</a:t>
            </a:r>
            <a:r>
              <a:rPr lang="en-US" sz="3600" b="1" u="sng" spc="-85">
                <a:solidFill>
                  <a:srgbClr val="0D356E"/>
                </a:solidFill>
                <a:latin typeface="+mn-lt"/>
                <a:cs typeface="Arial"/>
              </a:rPr>
              <a:t>w</a:t>
            </a:r>
            <a:r>
              <a:rPr lang="en-US" sz="3600" b="1" u="sng" spc="-67">
                <a:solidFill>
                  <a:srgbClr val="0D356E"/>
                </a:solidFill>
                <a:latin typeface="+mn-lt"/>
                <a:cs typeface="Arial"/>
              </a:rPr>
              <a:t>o</a:t>
            </a:r>
            <a:r>
              <a:rPr lang="en-US" sz="3600" b="1" u="sng" spc="-6">
                <a:solidFill>
                  <a:srgbClr val="0D356E"/>
                </a:solidFill>
                <a:latin typeface="+mn-lt"/>
                <a:cs typeface="Arial"/>
              </a:rPr>
              <a:t> </a:t>
            </a:r>
            <a:r>
              <a:rPr lang="en-US" sz="3600" b="1" u="sng" spc="-36">
                <a:solidFill>
                  <a:srgbClr val="0D356E"/>
                </a:solidFill>
                <a:latin typeface="+mn-lt"/>
                <a:cs typeface="Arial"/>
              </a:rPr>
              <a:t>li</a:t>
            </a:r>
            <a:r>
              <a:rPr lang="en-US" sz="3600" b="1" u="sng" spc="-73">
                <a:solidFill>
                  <a:srgbClr val="0D356E"/>
                </a:solidFill>
                <a:latin typeface="+mn-lt"/>
                <a:cs typeface="Arial"/>
              </a:rPr>
              <a:t>n</a:t>
            </a:r>
            <a:r>
              <a:rPr lang="en-US" sz="3600" b="1" u="sng" spc="-61">
                <a:solidFill>
                  <a:srgbClr val="0D356E"/>
                </a:solidFill>
                <a:latin typeface="+mn-lt"/>
                <a:cs typeface="Arial"/>
              </a:rPr>
              <a:t>es</a:t>
            </a:r>
            <a:endParaRPr lang="en-US" sz="3600" u="sng">
              <a:latin typeface="+mn-lt"/>
              <a:cs typeface="Arial"/>
            </a:endParaRPr>
          </a:p>
        </p:txBody>
      </p:sp>
      <p:sp>
        <p:nvSpPr>
          <p:cNvPr id="48"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err="1">
                <a:solidFill>
                  <a:srgbClr val="0D356E"/>
                </a:solidFill>
                <a:latin typeface="+mn-lt"/>
                <a:cs typeface="Arial"/>
              </a:rPr>
              <a:t>Subheadline</a:t>
            </a:r>
            <a:r>
              <a:rPr lang="en-US" sz="1050" b="1" spc="6">
                <a:solidFill>
                  <a:srgbClr val="0D356E"/>
                </a:solidFill>
                <a:latin typeface="+mn-lt"/>
                <a:cs typeface="Arial"/>
              </a:rPr>
              <a:t> </a:t>
            </a:r>
            <a:r>
              <a:rPr lang="en-US" sz="1050" b="1">
                <a:solidFill>
                  <a:srgbClr val="0D356E"/>
                </a:solidFill>
                <a:latin typeface="+mn-lt"/>
                <a:cs typeface="Arial"/>
              </a:rPr>
              <a:t>or</a:t>
            </a:r>
            <a:r>
              <a:rPr lang="en-US" sz="1050" b="1" spc="6">
                <a:solidFill>
                  <a:srgbClr val="0D356E"/>
                </a:solidFill>
                <a:latin typeface="+mn-lt"/>
                <a:cs typeface="Arial"/>
              </a:rPr>
              <a:t> </a:t>
            </a:r>
            <a:r>
              <a:rPr lang="en-US" sz="1050" b="1">
                <a:solidFill>
                  <a:srgbClr val="0D356E"/>
                </a:solidFill>
                <a:latin typeface="+mn-lt"/>
                <a:cs typeface="Arial"/>
              </a:rPr>
              <a:t>supportive</a:t>
            </a:r>
            <a:r>
              <a:rPr lang="en-US" sz="1050" b="1" spc="6">
                <a:solidFill>
                  <a:srgbClr val="0D356E"/>
                </a:solidFill>
                <a:latin typeface="+mn-lt"/>
                <a:cs typeface="Arial"/>
              </a:rPr>
              <a:t> </a:t>
            </a:r>
            <a:r>
              <a:rPr lang="en-US" sz="1050" b="1">
                <a:solidFill>
                  <a:srgbClr val="0D356E"/>
                </a:solidFill>
                <a:latin typeface="+mn-lt"/>
                <a:cs typeface="Arial"/>
              </a:rPr>
              <a:t>text</a:t>
            </a:r>
          </a:p>
        </p:txBody>
      </p:sp>
      <p:sp>
        <p:nvSpPr>
          <p:cNvPr id="49"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a:solidFill>
                  <a:srgbClr val="0D356E"/>
                </a:solidFill>
                <a:latin typeface="+mn-lt"/>
                <a:cs typeface="Arial"/>
              </a:rPr>
              <a:t>Lorem</a:t>
            </a:r>
            <a:r>
              <a:rPr lang="en-US" sz="1050" spc="6">
                <a:solidFill>
                  <a:srgbClr val="0D356E"/>
                </a:solidFill>
                <a:latin typeface="+mn-lt"/>
                <a:cs typeface="Arial"/>
              </a:rPr>
              <a:t> ipsum </a:t>
            </a:r>
            <a:r>
              <a:rPr lang="en-US" sz="1050">
                <a:solidFill>
                  <a:srgbClr val="0D356E"/>
                </a:solidFill>
                <a:latin typeface="+mn-lt"/>
                <a:cs typeface="Arial"/>
              </a:rPr>
              <a:t>do</a:t>
            </a:r>
            <a:r>
              <a:rPr lang="en-US" sz="1050" spc="6">
                <a:solidFill>
                  <a:srgbClr val="0D356E"/>
                </a:solidFill>
                <a:latin typeface="+mn-lt"/>
                <a:cs typeface="Arial"/>
              </a:rPr>
              <a:t>lor </a:t>
            </a:r>
            <a:r>
              <a:rPr lang="en-US" sz="1050">
                <a:solidFill>
                  <a:srgbClr val="0D356E"/>
                </a:solidFill>
                <a:latin typeface="+mn-lt"/>
                <a:cs typeface="Arial"/>
              </a:rPr>
              <a:t>sit</a:t>
            </a:r>
            <a:r>
              <a:rPr lang="en-US" sz="1050" spc="6">
                <a:solidFill>
                  <a:srgbClr val="0D356E"/>
                </a:solidFill>
                <a:latin typeface="+mn-lt"/>
                <a:cs typeface="Arial"/>
              </a:rPr>
              <a:t> </a:t>
            </a:r>
            <a:r>
              <a:rPr lang="en-US" sz="1050" err="1">
                <a:solidFill>
                  <a:srgbClr val="0D356E"/>
                </a:solidFill>
                <a:latin typeface="+mn-lt"/>
                <a:cs typeface="Arial"/>
              </a:rPr>
              <a:t>amet</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consectetur</a:t>
            </a:r>
            <a:r>
              <a:rPr lang="en-US" sz="1050" spc="6">
                <a:solidFill>
                  <a:srgbClr val="0D356E"/>
                </a:solidFill>
                <a:latin typeface="+mn-lt"/>
                <a:cs typeface="Arial"/>
              </a:rPr>
              <a:t> </a:t>
            </a:r>
            <a:r>
              <a:rPr lang="en-US" sz="1050" err="1">
                <a:solidFill>
                  <a:srgbClr val="0D356E"/>
                </a:solidFill>
                <a:latin typeface="+mn-lt"/>
                <a:cs typeface="Arial"/>
              </a:rPr>
              <a:t>ad</a:t>
            </a:r>
            <a:r>
              <a:rPr lang="en-US" sz="1050" spc="6" err="1">
                <a:solidFill>
                  <a:srgbClr val="0D356E"/>
                </a:solidFill>
                <a:latin typeface="+mn-lt"/>
                <a:cs typeface="Arial"/>
              </a:rPr>
              <a:t>ipiscing</a:t>
            </a:r>
            <a:r>
              <a:rPr lang="en-US" sz="1050" spc="6">
                <a:solidFill>
                  <a:srgbClr val="0D356E"/>
                </a:solidFill>
                <a:latin typeface="+mn-lt"/>
                <a:cs typeface="Arial"/>
              </a:rPr>
              <a:t> </a:t>
            </a:r>
            <a:r>
              <a:rPr lang="en-US" sz="1050" err="1">
                <a:solidFill>
                  <a:srgbClr val="0D356E"/>
                </a:solidFill>
                <a:latin typeface="+mn-lt"/>
                <a:cs typeface="Arial"/>
              </a:rPr>
              <a:t>e</a:t>
            </a:r>
            <a:r>
              <a:rPr lang="en-US" sz="1050" spc="6" err="1">
                <a:solidFill>
                  <a:srgbClr val="0D356E"/>
                </a:solidFill>
                <a:latin typeface="+mn-lt"/>
                <a:cs typeface="Arial"/>
              </a:rPr>
              <a:t>lit</a:t>
            </a:r>
            <a:r>
              <a:rPr lang="en-US" sz="1050" spc="6">
                <a:solidFill>
                  <a:srgbClr val="0D356E"/>
                </a:solidFill>
                <a:latin typeface="+mn-lt"/>
                <a:cs typeface="Arial"/>
              </a:rPr>
              <a:t>. </a:t>
            </a:r>
            <a:br>
              <a:rPr lang="en-US" sz="1050" spc="6">
                <a:solidFill>
                  <a:srgbClr val="0D356E"/>
                </a:solidFill>
                <a:latin typeface="+mn-lt"/>
                <a:cs typeface="Arial"/>
              </a:rPr>
            </a:br>
            <a:r>
              <a:rPr lang="en-US" sz="1050" spc="6" err="1">
                <a:solidFill>
                  <a:srgbClr val="0D356E"/>
                </a:solidFill>
                <a:latin typeface="+mn-lt"/>
                <a:cs typeface="Arial"/>
              </a:rPr>
              <a:t>Morbi</a:t>
            </a:r>
            <a:r>
              <a:rPr lang="en-US" sz="1050" spc="6">
                <a:solidFill>
                  <a:srgbClr val="0D356E"/>
                </a:solidFill>
                <a:latin typeface="+mn-lt"/>
                <a:cs typeface="Arial"/>
              </a:rPr>
              <a:t> </a:t>
            </a:r>
            <a:r>
              <a:rPr lang="en-US" sz="1050">
                <a:solidFill>
                  <a:srgbClr val="0D356E"/>
                </a:solidFill>
                <a:latin typeface="+mn-lt"/>
                <a:cs typeface="Arial"/>
              </a:rPr>
              <a:t>at</a:t>
            </a:r>
            <a:r>
              <a:rPr lang="en-US" sz="1050" spc="6">
                <a:solidFill>
                  <a:srgbClr val="0D356E"/>
                </a:solidFill>
                <a:latin typeface="+mn-lt"/>
                <a:cs typeface="Arial"/>
              </a:rPr>
              <a:t> </a:t>
            </a:r>
            <a:r>
              <a:rPr lang="en-US" sz="1050">
                <a:solidFill>
                  <a:srgbClr val="0D356E"/>
                </a:solidFill>
                <a:latin typeface="+mn-lt"/>
                <a:cs typeface="Arial"/>
              </a:rPr>
              <a:t>mi</a:t>
            </a:r>
            <a:r>
              <a:rPr lang="en-US" sz="1050" spc="6">
                <a:solidFill>
                  <a:srgbClr val="0D356E"/>
                </a:solidFill>
                <a:latin typeface="+mn-lt"/>
                <a:cs typeface="Arial"/>
              </a:rPr>
              <a:t> </a:t>
            </a:r>
            <a:r>
              <a:rPr lang="en-US" sz="1050" err="1">
                <a:solidFill>
                  <a:srgbClr val="0D356E"/>
                </a:solidFill>
                <a:latin typeface="+mn-lt"/>
                <a:cs typeface="Arial"/>
              </a:rPr>
              <a:t>suscip</a:t>
            </a:r>
            <a:r>
              <a:rPr lang="en-US" sz="1050" spc="6" err="1">
                <a:solidFill>
                  <a:srgbClr val="0D356E"/>
                </a:solidFill>
                <a:latin typeface="+mn-lt"/>
                <a:cs typeface="Arial"/>
              </a:rPr>
              <a:t>it</a:t>
            </a:r>
            <a:r>
              <a:rPr lang="en-US" sz="1050" spc="6">
                <a:solidFill>
                  <a:srgbClr val="0D356E"/>
                </a:solidFill>
                <a:latin typeface="+mn-lt"/>
                <a:cs typeface="Arial"/>
              </a:rPr>
              <a:t>, </a:t>
            </a:r>
            <a:r>
              <a:rPr lang="en-US" sz="1050" err="1">
                <a:solidFill>
                  <a:srgbClr val="0D356E"/>
                </a:solidFill>
                <a:latin typeface="+mn-lt"/>
                <a:cs typeface="Arial"/>
              </a:rPr>
              <a:t>dap</a:t>
            </a:r>
            <a:r>
              <a:rPr lang="en-US" sz="1050" spc="6" err="1">
                <a:solidFill>
                  <a:srgbClr val="0D356E"/>
                </a:solidFill>
                <a:latin typeface="+mn-lt"/>
                <a:cs typeface="Arial"/>
              </a:rPr>
              <a:t>ibus</a:t>
            </a:r>
            <a:r>
              <a:rPr lang="en-US" sz="1050" spc="6">
                <a:solidFill>
                  <a:srgbClr val="0D356E"/>
                </a:solidFill>
                <a:latin typeface="+mn-lt"/>
                <a:cs typeface="Arial"/>
              </a:rPr>
              <a:t> </a:t>
            </a:r>
            <a:r>
              <a:rPr lang="en-US" sz="1050" err="1">
                <a:solidFill>
                  <a:srgbClr val="0D356E"/>
                </a:solidFill>
                <a:latin typeface="+mn-lt"/>
                <a:cs typeface="Arial"/>
              </a:rPr>
              <a:t>nu</a:t>
            </a:r>
            <a:r>
              <a:rPr lang="en-US" sz="1050" spc="6" err="1">
                <a:solidFill>
                  <a:srgbClr val="0D356E"/>
                </a:solidFill>
                <a:latin typeface="+mn-lt"/>
                <a:cs typeface="Arial"/>
              </a:rPr>
              <a:t>lla</a:t>
            </a:r>
            <a:r>
              <a:rPr lang="en-US" sz="1050" spc="6">
                <a:solidFill>
                  <a:srgbClr val="0D356E"/>
                </a:solidFill>
                <a:latin typeface="+mn-lt"/>
                <a:cs typeface="Arial"/>
              </a:rPr>
              <a:t> </a:t>
            </a:r>
            <a:r>
              <a:rPr lang="en-US" sz="1050" err="1">
                <a:solidFill>
                  <a:srgbClr val="0D356E"/>
                </a:solidFill>
                <a:latin typeface="+mn-lt"/>
                <a:cs typeface="Arial"/>
              </a:rPr>
              <a:t>eu</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mo</a:t>
            </a:r>
            <a:r>
              <a:rPr lang="en-US" sz="1050" spc="6" err="1">
                <a:solidFill>
                  <a:srgbClr val="0D356E"/>
                </a:solidFill>
                <a:latin typeface="+mn-lt"/>
                <a:cs typeface="Arial"/>
              </a:rPr>
              <a:t>lestie</a:t>
            </a:r>
            <a:r>
              <a:rPr lang="en-US" sz="1050" spc="6">
                <a:solidFill>
                  <a:srgbClr val="0D356E"/>
                </a:solidFill>
                <a:latin typeface="+mn-lt"/>
                <a:cs typeface="Arial"/>
              </a:rPr>
              <a:t> </a:t>
            </a:r>
            <a:r>
              <a:rPr lang="en-US" sz="1050" err="1">
                <a:solidFill>
                  <a:srgbClr val="0D356E"/>
                </a:solidFill>
                <a:latin typeface="+mn-lt"/>
                <a:cs typeface="Arial"/>
              </a:rPr>
              <a:t>quam</a:t>
            </a:r>
            <a:r>
              <a:rPr lang="en-US" sz="1050">
                <a:solidFill>
                  <a:srgbClr val="0D356E"/>
                </a:solidFill>
                <a:latin typeface="+mn-lt"/>
                <a:cs typeface="Arial"/>
              </a:rPr>
              <a:t>.</a:t>
            </a:r>
            <a:endParaRPr lang="en-US" sz="1050">
              <a:latin typeface="+mn-lt"/>
              <a:cs typeface="Arial"/>
            </a:endParaRPr>
          </a:p>
        </p:txBody>
      </p:sp>
      <p:sp>
        <p:nvSpPr>
          <p:cNvPr id="18" name="Text Placeholder 7"/>
          <p:cNvSpPr>
            <a:spLocks noGrp="1"/>
          </p:cNvSpPr>
          <p:nvPr>
            <p:ph type="body" sz="quarter" idx="14" hasCustomPrompt="1"/>
          </p:nvPr>
        </p:nvSpPr>
        <p:spPr>
          <a:xfrm>
            <a:off x="8187340" y="4076700"/>
            <a:ext cx="647700" cy="673100"/>
          </a:xfrm>
        </p:spPr>
        <p:txBody>
          <a:bodyPr anchor="ctr"/>
          <a:lstStyle>
            <a:lvl1pPr marL="0" indent="0" algn="ctr">
              <a:buNone/>
              <a:defRPr sz="800"/>
            </a:lvl1pPr>
          </a:lstStyle>
          <a:p>
            <a:pPr lvl="0"/>
            <a:r>
              <a:rPr lang="en-US"/>
              <a:t>Place Client / Partner Logo Here</a:t>
            </a:r>
          </a:p>
        </p:txBody>
      </p:sp>
      <p:grpSp>
        <p:nvGrpSpPr>
          <p:cNvPr id="21" name="Group 20"/>
          <p:cNvGrpSpPr/>
          <p:nvPr userDrawn="1"/>
        </p:nvGrpSpPr>
        <p:grpSpPr>
          <a:xfrm>
            <a:off x="4484252" y="2897813"/>
            <a:ext cx="3118452" cy="641536"/>
            <a:chOff x="4484252" y="2897813"/>
            <a:chExt cx="3118452" cy="641536"/>
          </a:xfrm>
        </p:grpSpPr>
        <p:sp>
          <p:nvSpPr>
            <p:cNvPr id="23" name="object 8"/>
            <p:cNvSpPr/>
            <p:nvPr userDrawn="1"/>
          </p:nvSpPr>
          <p:spPr>
            <a:xfrm>
              <a:off x="6962624" y="2898541"/>
              <a:ext cx="640080" cy="640080"/>
            </a:xfrm>
            <a:custGeom>
              <a:avLst/>
              <a:gdLst/>
              <a:ahLst/>
              <a:cxnLst/>
              <a:rect l="l" t="t" r="r" b="b"/>
              <a:pathLst>
                <a:path w="4127753" h="4127749">
                  <a:moveTo>
                    <a:pt x="2063876" y="0"/>
                  </a:moveTo>
                  <a:lnTo>
                    <a:pt x="1905544" y="6044"/>
                  </a:lnTo>
                  <a:lnTo>
                    <a:pt x="1747964" y="24179"/>
                  </a:lnTo>
                  <a:lnTo>
                    <a:pt x="1591885" y="54404"/>
                  </a:lnTo>
                  <a:lnTo>
                    <a:pt x="1438060" y="96719"/>
                  </a:lnTo>
                  <a:lnTo>
                    <a:pt x="1287239" y="151123"/>
                  </a:lnTo>
                  <a:lnTo>
                    <a:pt x="1140175" y="217618"/>
                  </a:lnTo>
                  <a:lnTo>
                    <a:pt x="997617" y="296202"/>
                  </a:lnTo>
                  <a:lnTo>
                    <a:pt x="860317" y="386876"/>
                  </a:lnTo>
                  <a:lnTo>
                    <a:pt x="729027" y="489640"/>
                  </a:lnTo>
                  <a:lnTo>
                    <a:pt x="604497" y="604494"/>
                  </a:lnTo>
                  <a:lnTo>
                    <a:pt x="489642" y="729024"/>
                  </a:lnTo>
                  <a:lnTo>
                    <a:pt x="386878" y="860314"/>
                  </a:lnTo>
                  <a:lnTo>
                    <a:pt x="296203" y="997614"/>
                  </a:lnTo>
                  <a:lnTo>
                    <a:pt x="217619" y="1140171"/>
                  </a:lnTo>
                  <a:lnTo>
                    <a:pt x="151124" y="1287236"/>
                  </a:lnTo>
                  <a:lnTo>
                    <a:pt x="96719" y="1438057"/>
                  </a:lnTo>
                  <a:lnTo>
                    <a:pt x="54404" y="1591882"/>
                  </a:lnTo>
                  <a:lnTo>
                    <a:pt x="24179" y="1747961"/>
                  </a:lnTo>
                  <a:lnTo>
                    <a:pt x="6044" y="1905542"/>
                  </a:lnTo>
                  <a:lnTo>
                    <a:pt x="0" y="2063874"/>
                  </a:lnTo>
                  <a:lnTo>
                    <a:pt x="6044" y="2222206"/>
                  </a:lnTo>
                  <a:lnTo>
                    <a:pt x="24179" y="2379787"/>
                  </a:lnTo>
                  <a:lnTo>
                    <a:pt x="54404" y="2535866"/>
                  </a:lnTo>
                  <a:lnTo>
                    <a:pt x="96719" y="2689691"/>
                  </a:lnTo>
                  <a:lnTo>
                    <a:pt x="151124" y="2840512"/>
                  </a:lnTo>
                  <a:lnTo>
                    <a:pt x="217619" y="2987577"/>
                  </a:lnTo>
                  <a:lnTo>
                    <a:pt x="296203" y="3130134"/>
                  </a:lnTo>
                  <a:lnTo>
                    <a:pt x="386878" y="3267434"/>
                  </a:lnTo>
                  <a:lnTo>
                    <a:pt x="489642" y="3398724"/>
                  </a:lnTo>
                  <a:lnTo>
                    <a:pt x="604497" y="3523254"/>
                  </a:lnTo>
                  <a:lnTo>
                    <a:pt x="729027" y="3638108"/>
                  </a:lnTo>
                  <a:lnTo>
                    <a:pt x="860317" y="3740872"/>
                  </a:lnTo>
                  <a:lnTo>
                    <a:pt x="997617" y="3831546"/>
                  </a:lnTo>
                  <a:lnTo>
                    <a:pt x="1140175" y="3910131"/>
                  </a:lnTo>
                  <a:lnTo>
                    <a:pt x="1287239" y="3976625"/>
                  </a:lnTo>
                  <a:lnTo>
                    <a:pt x="1438060" y="4031029"/>
                  </a:lnTo>
                  <a:lnTo>
                    <a:pt x="1591885" y="4073344"/>
                  </a:lnTo>
                  <a:lnTo>
                    <a:pt x="1747964" y="4103569"/>
                  </a:lnTo>
                  <a:lnTo>
                    <a:pt x="1905544" y="4121704"/>
                  </a:lnTo>
                  <a:lnTo>
                    <a:pt x="2063876" y="4127749"/>
                  </a:lnTo>
                  <a:lnTo>
                    <a:pt x="2222208" y="4121704"/>
                  </a:lnTo>
                  <a:lnTo>
                    <a:pt x="2379789" y="4103569"/>
                  </a:lnTo>
                  <a:lnTo>
                    <a:pt x="2535868" y="4073344"/>
                  </a:lnTo>
                  <a:lnTo>
                    <a:pt x="2689693" y="4031029"/>
                  </a:lnTo>
                  <a:lnTo>
                    <a:pt x="2840513" y="3976625"/>
                  </a:lnTo>
                  <a:lnTo>
                    <a:pt x="2987578" y="3910131"/>
                  </a:lnTo>
                  <a:lnTo>
                    <a:pt x="3130136" y="3831546"/>
                  </a:lnTo>
                  <a:lnTo>
                    <a:pt x="3267436" y="3740872"/>
                  </a:lnTo>
                  <a:lnTo>
                    <a:pt x="3398726" y="3638108"/>
                  </a:lnTo>
                  <a:lnTo>
                    <a:pt x="3523256" y="3523254"/>
                  </a:lnTo>
                  <a:lnTo>
                    <a:pt x="3638111" y="3398724"/>
                  </a:lnTo>
                  <a:lnTo>
                    <a:pt x="3740875" y="3267434"/>
                  </a:lnTo>
                  <a:lnTo>
                    <a:pt x="3831550" y="3130134"/>
                  </a:lnTo>
                  <a:lnTo>
                    <a:pt x="3910134" y="2987577"/>
                  </a:lnTo>
                  <a:lnTo>
                    <a:pt x="3976629" y="2840512"/>
                  </a:lnTo>
                  <a:lnTo>
                    <a:pt x="4031034" y="2689691"/>
                  </a:lnTo>
                  <a:lnTo>
                    <a:pt x="4073349" y="2535866"/>
                  </a:lnTo>
                  <a:lnTo>
                    <a:pt x="4103574" y="2379787"/>
                  </a:lnTo>
                  <a:lnTo>
                    <a:pt x="4121708" y="2222206"/>
                  </a:lnTo>
                  <a:lnTo>
                    <a:pt x="4127753" y="2063874"/>
                  </a:lnTo>
                  <a:lnTo>
                    <a:pt x="4121708" y="1905542"/>
                  </a:lnTo>
                  <a:lnTo>
                    <a:pt x="4103574" y="1747961"/>
                  </a:lnTo>
                  <a:lnTo>
                    <a:pt x="4073349" y="1591882"/>
                  </a:lnTo>
                  <a:lnTo>
                    <a:pt x="4031034" y="1438057"/>
                  </a:lnTo>
                  <a:lnTo>
                    <a:pt x="3976629" y="1287236"/>
                  </a:lnTo>
                  <a:lnTo>
                    <a:pt x="3910134" y="1140171"/>
                  </a:lnTo>
                  <a:lnTo>
                    <a:pt x="3831550" y="997614"/>
                  </a:lnTo>
                  <a:lnTo>
                    <a:pt x="3740875" y="860314"/>
                  </a:lnTo>
                  <a:lnTo>
                    <a:pt x="3638111" y="729024"/>
                  </a:lnTo>
                  <a:lnTo>
                    <a:pt x="3523256" y="604494"/>
                  </a:lnTo>
                  <a:lnTo>
                    <a:pt x="3398726" y="489640"/>
                  </a:lnTo>
                  <a:lnTo>
                    <a:pt x="3267436" y="386876"/>
                  </a:lnTo>
                  <a:lnTo>
                    <a:pt x="3130136" y="296202"/>
                  </a:lnTo>
                  <a:lnTo>
                    <a:pt x="2987578" y="217618"/>
                  </a:lnTo>
                  <a:lnTo>
                    <a:pt x="2840513" y="151123"/>
                  </a:lnTo>
                  <a:lnTo>
                    <a:pt x="2689693" y="96719"/>
                  </a:lnTo>
                  <a:lnTo>
                    <a:pt x="2535868" y="54404"/>
                  </a:lnTo>
                  <a:lnTo>
                    <a:pt x="2379789" y="24179"/>
                  </a:lnTo>
                  <a:lnTo>
                    <a:pt x="2222208" y="6044"/>
                  </a:lnTo>
                  <a:lnTo>
                    <a:pt x="2063876" y="0"/>
                  </a:lnTo>
                  <a:close/>
                </a:path>
              </a:pathLst>
            </a:custGeom>
            <a:solidFill>
              <a:schemeClr val="accent5"/>
            </a:solidFill>
          </p:spPr>
          <p:txBody>
            <a:bodyPr wrap="square" lIns="0" tIns="0" rIns="0" bIns="0" rtlCol="0">
              <a:noAutofit/>
            </a:bodyPr>
            <a:lstStyle/>
            <a:p>
              <a:endParaRPr sz="1800">
                <a:latin typeface="+mn-lt"/>
              </a:endParaRPr>
            </a:p>
          </p:txBody>
        </p:sp>
        <p:sp>
          <p:nvSpPr>
            <p:cNvPr id="24" name="object 10"/>
            <p:cNvSpPr/>
            <p:nvPr userDrawn="1"/>
          </p:nvSpPr>
          <p:spPr>
            <a:xfrm>
              <a:off x="5312263" y="2899917"/>
              <a:ext cx="637328" cy="637328"/>
            </a:xfrm>
            <a:custGeom>
              <a:avLst/>
              <a:gdLst/>
              <a:ahLst/>
              <a:cxnLst/>
              <a:rect l="l" t="t" r="r" b="b"/>
              <a:pathLst>
                <a:path w="1390729" h="1390729">
                  <a:moveTo>
                    <a:pt x="695364" y="0"/>
                  </a:moveTo>
                  <a:lnTo>
                    <a:pt x="642019" y="2036"/>
                  </a:lnTo>
                  <a:lnTo>
                    <a:pt x="588926" y="8146"/>
                  </a:lnTo>
                  <a:lnTo>
                    <a:pt x="536340" y="18330"/>
                  </a:lnTo>
                  <a:lnTo>
                    <a:pt x="484512" y="32586"/>
                  </a:lnTo>
                  <a:lnTo>
                    <a:pt x="433697" y="50916"/>
                  </a:lnTo>
                  <a:lnTo>
                    <a:pt x="384147" y="73320"/>
                  </a:lnTo>
                  <a:lnTo>
                    <a:pt x="336116" y="99796"/>
                  </a:lnTo>
                  <a:lnTo>
                    <a:pt x="289856" y="130346"/>
                  </a:lnTo>
                  <a:lnTo>
                    <a:pt x="245621" y="164970"/>
                  </a:lnTo>
                  <a:lnTo>
                    <a:pt x="203663" y="203667"/>
                  </a:lnTo>
                  <a:lnTo>
                    <a:pt x="164967" y="245623"/>
                  </a:lnTo>
                  <a:lnTo>
                    <a:pt x="130344" y="289858"/>
                  </a:lnTo>
                  <a:lnTo>
                    <a:pt x="99795" y="336117"/>
                  </a:lnTo>
                  <a:lnTo>
                    <a:pt x="73319" y="384148"/>
                  </a:lnTo>
                  <a:lnTo>
                    <a:pt x="50915" y="433698"/>
                  </a:lnTo>
                  <a:lnTo>
                    <a:pt x="32586" y="484512"/>
                  </a:lnTo>
                  <a:lnTo>
                    <a:pt x="18329" y="536339"/>
                  </a:lnTo>
                  <a:lnTo>
                    <a:pt x="8146" y="588926"/>
                  </a:lnTo>
                  <a:lnTo>
                    <a:pt x="2036" y="642018"/>
                  </a:lnTo>
                  <a:lnTo>
                    <a:pt x="0" y="695364"/>
                  </a:lnTo>
                  <a:lnTo>
                    <a:pt x="2036" y="748710"/>
                  </a:lnTo>
                  <a:lnTo>
                    <a:pt x="8146" y="801802"/>
                  </a:lnTo>
                  <a:lnTo>
                    <a:pt x="18329" y="854389"/>
                  </a:lnTo>
                  <a:lnTo>
                    <a:pt x="32586" y="906216"/>
                  </a:lnTo>
                  <a:lnTo>
                    <a:pt x="50915" y="957030"/>
                  </a:lnTo>
                  <a:lnTo>
                    <a:pt x="73319" y="1006580"/>
                  </a:lnTo>
                  <a:lnTo>
                    <a:pt x="99795" y="1054610"/>
                  </a:lnTo>
                  <a:lnTo>
                    <a:pt x="130344" y="1100870"/>
                  </a:lnTo>
                  <a:lnTo>
                    <a:pt x="164967" y="1145104"/>
                  </a:lnTo>
                  <a:lnTo>
                    <a:pt x="203663" y="1187061"/>
                  </a:lnTo>
                  <a:lnTo>
                    <a:pt x="245621" y="1225758"/>
                  </a:lnTo>
                  <a:lnTo>
                    <a:pt x="289856" y="1260381"/>
                  </a:lnTo>
                  <a:lnTo>
                    <a:pt x="336116" y="1290931"/>
                  </a:lnTo>
                  <a:lnTo>
                    <a:pt x="384147" y="1317408"/>
                  </a:lnTo>
                  <a:lnTo>
                    <a:pt x="433697" y="1339812"/>
                  </a:lnTo>
                  <a:lnTo>
                    <a:pt x="484512" y="1358142"/>
                  </a:lnTo>
                  <a:lnTo>
                    <a:pt x="536340" y="1372399"/>
                  </a:lnTo>
                  <a:lnTo>
                    <a:pt x="588926" y="1382582"/>
                  </a:lnTo>
                  <a:lnTo>
                    <a:pt x="642019" y="1388692"/>
                  </a:lnTo>
                  <a:lnTo>
                    <a:pt x="695364" y="1390729"/>
                  </a:lnTo>
                  <a:lnTo>
                    <a:pt x="748710" y="1388692"/>
                  </a:lnTo>
                  <a:lnTo>
                    <a:pt x="801802" y="1382582"/>
                  </a:lnTo>
                  <a:lnTo>
                    <a:pt x="854389" y="1372399"/>
                  </a:lnTo>
                  <a:lnTo>
                    <a:pt x="906215" y="1358142"/>
                  </a:lnTo>
                  <a:lnTo>
                    <a:pt x="957030" y="1339812"/>
                  </a:lnTo>
                  <a:lnTo>
                    <a:pt x="1006579" y="1317408"/>
                  </a:lnTo>
                  <a:lnTo>
                    <a:pt x="1054609" y="1290931"/>
                  </a:lnTo>
                  <a:lnTo>
                    <a:pt x="1100868" y="1260381"/>
                  </a:lnTo>
                  <a:lnTo>
                    <a:pt x="1145102" y="1225758"/>
                  </a:lnTo>
                  <a:lnTo>
                    <a:pt x="1187058" y="1187061"/>
                  </a:lnTo>
                  <a:lnTo>
                    <a:pt x="1225755" y="1145104"/>
                  </a:lnTo>
                  <a:lnTo>
                    <a:pt x="1260379" y="1100870"/>
                  </a:lnTo>
                  <a:lnTo>
                    <a:pt x="1290930" y="1054610"/>
                  </a:lnTo>
                  <a:lnTo>
                    <a:pt x="1317408" y="1006580"/>
                  </a:lnTo>
                  <a:lnTo>
                    <a:pt x="1339811" y="957030"/>
                  </a:lnTo>
                  <a:lnTo>
                    <a:pt x="1358142" y="906216"/>
                  </a:lnTo>
                  <a:lnTo>
                    <a:pt x="1372399" y="854389"/>
                  </a:lnTo>
                  <a:lnTo>
                    <a:pt x="1382583" y="801802"/>
                  </a:lnTo>
                  <a:lnTo>
                    <a:pt x="1388693" y="748710"/>
                  </a:lnTo>
                  <a:lnTo>
                    <a:pt x="1390729" y="695364"/>
                  </a:lnTo>
                  <a:lnTo>
                    <a:pt x="1388693" y="642018"/>
                  </a:lnTo>
                  <a:lnTo>
                    <a:pt x="1382583" y="588926"/>
                  </a:lnTo>
                  <a:lnTo>
                    <a:pt x="1372399" y="536339"/>
                  </a:lnTo>
                  <a:lnTo>
                    <a:pt x="1358142" y="484512"/>
                  </a:lnTo>
                  <a:lnTo>
                    <a:pt x="1339811" y="433698"/>
                  </a:lnTo>
                  <a:lnTo>
                    <a:pt x="1317408" y="384148"/>
                  </a:lnTo>
                  <a:lnTo>
                    <a:pt x="1290930" y="336117"/>
                  </a:lnTo>
                  <a:lnTo>
                    <a:pt x="1260379" y="289858"/>
                  </a:lnTo>
                  <a:lnTo>
                    <a:pt x="1225755" y="245623"/>
                  </a:lnTo>
                  <a:lnTo>
                    <a:pt x="1187058" y="203667"/>
                  </a:lnTo>
                  <a:lnTo>
                    <a:pt x="1145102" y="164970"/>
                  </a:lnTo>
                  <a:lnTo>
                    <a:pt x="1100868" y="130346"/>
                  </a:lnTo>
                  <a:lnTo>
                    <a:pt x="1054609" y="99796"/>
                  </a:lnTo>
                  <a:lnTo>
                    <a:pt x="1006579" y="73320"/>
                  </a:lnTo>
                  <a:lnTo>
                    <a:pt x="957030" y="50916"/>
                  </a:lnTo>
                  <a:lnTo>
                    <a:pt x="906215" y="32586"/>
                  </a:lnTo>
                  <a:lnTo>
                    <a:pt x="854389" y="18330"/>
                  </a:lnTo>
                  <a:lnTo>
                    <a:pt x="801802" y="8146"/>
                  </a:lnTo>
                  <a:lnTo>
                    <a:pt x="748710" y="2036"/>
                  </a:lnTo>
                  <a:lnTo>
                    <a:pt x="695364" y="0"/>
                  </a:lnTo>
                  <a:close/>
                </a:path>
              </a:pathLst>
            </a:custGeom>
            <a:solidFill>
              <a:schemeClr val="accent6"/>
            </a:solidFill>
          </p:spPr>
          <p:txBody>
            <a:bodyPr wrap="square" lIns="0" tIns="0" rIns="0" bIns="0" rtlCol="0">
              <a:noAutofit/>
            </a:bodyPr>
            <a:lstStyle/>
            <a:p>
              <a:endParaRPr sz="1800">
                <a:latin typeface="+mn-lt"/>
              </a:endParaRPr>
            </a:p>
          </p:txBody>
        </p:sp>
        <p:sp>
          <p:nvSpPr>
            <p:cNvPr id="30" name="object 11"/>
            <p:cNvSpPr/>
            <p:nvPr userDrawn="1"/>
          </p:nvSpPr>
          <p:spPr>
            <a:xfrm>
              <a:off x="6136067" y="2898541"/>
              <a:ext cx="640080" cy="640080"/>
            </a:xfrm>
            <a:custGeom>
              <a:avLst/>
              <a:gdLst/>
              <a:ahLst/>
              <a:cxnLst/>
              <a:rect l="l" t="t" r="r" b="b"/>
              <a:pathLst>
                <a:path w="1263752" h="1263753">
                  <a:moveTo>
                    <a:pt x="631876" y="0"/>
                  </a:moveTo>
                  <a:lnTo>
                    <a:pt x="583400" y="1850"/>
                  </a:lnTo>
                  <a:lnTo>
                    <a:pt x="535155" y="7402"/>
                  </a:lnTo>
                  <a:lnTo>
                    <a:pt x="487369" y="16656"/>
                  </a:lnTo>
                  <a:lnTo>
                    <a:pt x="440274" y="29611"/>
                  </a:lnTo>
                  <a:lnTo>
                    <a:pt x="394098" y="46268"/>
                  </a:lnTo>
                  <a:lnTo>
                    <a:pt x="349072" y="66626"/>
                  </a:lnTo>
                  <a:lnTo>
                    <a:pt x="305426" y="90685"/>
                  </a:lnTo>
                  <a:lnTo>
                    <a:pt x="263390" y="118446"/>
                  </a:lnTo>
                  <a:lnTo>
                    <a:pt x="223194" y="149908"/>
                  </a:lnTo>
                  <a:lnTo>
                    <a:pt x="185067" y="185072"/>
                  </a:lnTo>
                  <a:lnTo>
                    <a:pt x="149904" y="223198"/>
                  </a:lnTo>
                  <a:lnTo>
                    <a:pt x="118443" y="263394"/>
                  </a:lnTo>
                  <a:lnTo>
                    <a:pt x="90683" y="305429"/>
                  </a:lnTo>
                  <a:lnTo>
                    <a:pt x="66624" y="349075"/>
                  </a:lnTo>
                  <a:lnTo>
                    <a:pt x="46266" y="394100"/>
                  </a:lnTo>
                  <a:lnTo>
                    <a:pt x="29610" y="440276"/>
                  </a:lnTo>
                  <a:lnTo>
                    <a:pt x="16656" y="487371"/>
                  </a:lnTo>
                  <a:lnTo>
                    <a:pt x="7402" y="535156"/>
                  </a:lnTo>
                  <a:lnTo>
                    <a:pt x="1850" y="583401"/>
                  </a:lnTo>
                  <a:lnTo>
                    <a:pt x="0" y="631876"/>
                  </a:lnTo>
                  <a:lnTo>
                    <a:pt x="1850" y="680351"/>
                  </a:lnTo>
                  <a:lnTo>
                    <a:pt x="7402" y="728596"/>
                  </a:lnTo>
                  <a:lnTo>
                    <a:pt x="16656" y="776381"/>
                  </a:lnTo>
                  <a:lnTo>
                    <a:pt x="29610" y="823477"/>
                  </a:lnTo>
                  <a:lnTo>
                    <a:pt x="46266" y="869652"/>
                  </a:lnTo>
                  <a:lnTo>
                    <a:pt x="66624" y="914677"/>
                  </a:lnTo>
                  <a:lnTo>
                    <a:pt x="90683" y="958323"/>
                  </a:lnTo>
                  <a:lnTo>
                    <a:pt x="118443" y="1000358"/>
                  </a:lnTo>
                  <a:lnTo>
                    <a:pt x="149904" y="1040554"/>
                  </a:lnTo>
                  <a:lnTo>
                    <a:pt x="185067" y="1078680"/>
                  </a:lnTo>
                  <a:lnTo>
                    <a:pt x="223194" y="1113844"/>
                  </a:lnTo>
                  <a:lnTo>
                    <a:pt x="263390" y="1145306"/>
                  </a:lnTo>
                  <a:lnTo>
                    <a:pt x="305426" y="1173067"/>
                  </a:lnTo>
                  <a:lnTo>
                    <a:pt x="349072" y="1197127"/>
                  </a:lnTo>
                  <a:lnTo>
                    <a:pt x="394098" y="1217485"/>
                  </a:lnTo>
                  <a:lnTo>
                    <a:pt x="440274" y="1234141"/>
                  </a:lnTo>
                  <a:lnTo>
                    <a:pt x="487369" y="1247096"/>
                  </a:lnTo>
                  <a:lnTo>
                    <a:pt x="535155" y="1256350"/>
                  </a:lnTo>
                  <a:lnTo>
                    <a:pt x="583400" y="1261902"/>
                  </a:lnTo>
                  <a:lnTo>
                    <a:pt x="631876" y="1263753"/>
                  </a:lnTo>
                  <a:lnTo>
                    <a:pt x="680351" y="1261902"/>
                  </a:lnTo>
                  <a:lnTo>
                    <a:pt x="728596" y="1256350"/>
                  </a:lnTo>
                  <a:lnTo>
                    <a:pt x="776382" y="1247096"/>
                  </a:lnTo>
                  <a:lnTo>
                    <a:pt x="823477" y="1234141"/>
                  </a:lnTo>
                  <a:lnTo>
                    <a:pt x="869653" y="1217485"/>
                  </a:lnTo>
                  <a:lnTo>
                    <a:pt x="914679" y="1197127"/>
                  </a:lnTo>
                  <a:lnTo>
                    <a:pt x="958325" y="1173067"/>
                  </a:lnTo>
                  <a:lnTo>
                    <a:pt x="1000361" y="1145306"/>
                  </a:lnTo>
                  <a:lnTo>
                    <a:pt x="1040557" y="1113844"/>
                  </a:lnTo>
                  <a:lnTo>
                    <a:pt x="1078684" y="1078680"/>
                  </a:lnTo>
                  <a:lnTo>
                    <a:pt x="1113847" y="1040554"/>
                  </a:lnTo>
                  <a:lnTo>
                    <a:pt x="1145308" y="1000358"/>
                  </a:lnTo>
                  <a:lnTo>
                    <a:pt x="1173068" y="958323"/>
                  </a:lnTo>
                  <a:lnTo>
                    <a:pt x="1197127" y="914677"/>
                  </a:lnTo>
                  <a:lnTo>
                    <a:pt x="1217485" y="869652"/>
                  </a:lnTo>
                  <a:lnTo>
                    <a:pt x="1234141" y="823477"/>
                  </a:lnTo>
                  <a:lnTo>
                    <a:pt x="1247096" y="776381"/>
                  </a:lnTo>
                  <a:lnTo>
                    <a:pt x="1256349" y="728596"/>
                  </a:lnTo>
                  <a:lnTo>
                    <a:pt x="1261901" y="680351"/>
                  </a:lnTo>
                  <a:lnTo>
                    <a:pt x="1263752" y="631876"/>
                  </a:lnTo>
                  <a:lnTo>
                    <a:pt x="1261901" y="583401"/>
                  </a:lnTo>
                  <a:lnTo>
                    <a:pt x="1256349" y="535156"/>
                  </a:lnTo>
                  <a:lnTo>
                    <a:pt x="1247096" y="487371"/>
                  </a:lnTo>
                  <a:lnTo>
                    <a:pt x="1234141" y="440276"/>
                  </a:lnTo>
                  <a:lnTo>
                    <a:pt x="1217485" y="394100"/>
                  </a:lnTo>
                  <a:lnTo>
                    <a:pt x="1197127" y="349075"/>
                  </a:lnTo>
                  <a:lnTo>
                    <a:pt x="1173068" y="305429"/>
                  </a:lnTo>
                  <a:lnTo>
                    <a:pt x="1145308" y="263394"/>
                  </a:lnTo>
                  <a:lnTo>
                    <a:pt x="1113847" y="223198"/>
                  </a:lnTo>
                  <a:lnTo>
                    <a:pt x="1078684" y="185072"/>
                  </a:lnTo>
                  <a:lnTo>
                    <a:pt x="1040557" y="149908"/>
                  </a:lnTo>
                  <a:lnTo>
                    <a:pt x="1000361" y="118446"/>
                  </a:lnTo>
                  <a:lnTo>
                    <a:pt x="958325" y="90685"/>
                  </a:lnTo>
                  <a:lnTo>
                    <a:pt x="914679" y="66626"/>
                  </a:lnTo>
                  <a:lnTo>
                    <a:pt x="869653" y="46268"/>
                  </a:lnTo>
                  <a:lnTo>
                    <a:pt x="823477" y="29611"/>
                  </a:lnTo>
                  <a:lnTo>
                    <a:pt x="776382" y="16656"/>
                  </a:lnTo>
                  <a:lnTo>
                    <a:pt x="728596" y="7402"/>
                  </a:lnTo>
                  <a:lnTo>
                    <a:pt x="680351" y="1850"/>
                  </a:lnTo>
                  <a:lnTo>
                    <a:pt x="631876" y="0"/>
                  </a:lnTo>
                  <a:close/>
                </a:path>
              </a:pathLst>
            </a:custGeom>
            <a:solidFill>
              <a:schemeClr val="accent1"/>
            </a:solidFill>
          </p:spPr>
          <p:txBody>
            <a:bodyPr wrap="square" lIns="0" tIns="0" rIns="0" bIns="0" rtlCol="0">
              <a:noAutofit/>
            </a:bodyPr>
            <a:lstStyle/>
            <a:p>
              <a:endParaRPr sz="1800">
                <a:latin typeface="+mn-lt"/>
              </a:endParaRPr>
            </a:p>
          </p:txBody>
        </p:sp>
        <p:sp>
          <p:nvSpPr>
            <p:cNvPr id="32" name="object 9"/>
            <p:cNvSpPr/>
            <p:nvPr userDrawn="1"/>
          </p:nvSpPr>
          <p:spPr>
            <a:xfrm>
              <a:off x="4484252" y="2897813"/>
              <a:ext cx="641535" cy="641536"/>
            </a:xfrm>
            <a:custGeom>
              <a:avLst/>
              <a:gdLst/>
              <a:ahLst/>
              <a:cxnLst/>
              <a:rect l="l" t="t" r="r" b="b"/>
              <a:pathLst>
                <a:path w="1880363" h="1880367">
                  <a:moveTo>
                    <a:pt x="940185" y="0"/>
                  </a:moveTo>
                  <a:lnTo>
                    <a:pt x="868058" y="2753"/>
                  </a:lnTo>
                  <a:lnTo>
                    <a:pt x="796273" y="11014"/>
                  </a:lnTo>
                  <a:lnTo>
                    <a:pt x="725172" y="24783"/>
                  </a:lnTo>
                  <a:lnTo>
                    <a:pt x="655098" y="44059"/>
                  </a:lnTo>
                  <a:lnTo>
                    <a:pt x="586392" y="68843"/>
                  </a:lnTo>
                  <a:lnTo>
                    <a:pt x="519398" y="99134"/>
                  </a:lnTo>
                  <a:lnTo>
                    <a:pt x="454457" y="134933"/>
                  </a:lnTo>
                  <a:lnTo>
                    <a:pt x="391911" y="176239"/>
                  </a:lnTo>
                  <a:lnTo>
                    <a:pt x="332102" y="223052"/>
                  </a:lnTo>
                  <a:lnTo>
                    <a:pt x="275373" y="275373"/>
                  </a:lnTo>
                  <a:lnTo>
                    <a:pt x="223052" y="332102"/>
                  </a:lnTo>
                  <a:lnTo>
                    <a:pt x="176239" y="391910"/>
                  </a:lnTo>
                  <a:lnTo>
                    <a:pt x="134933" y="454456"/>
                  </a:lnTo>
                  <a:lnTo>
                    <a:pt x="99134" y="519397"/>
                  </a:lnTo>
                  <a:lnTo>
                    <a:pt x="68843" y="586391"/>
                  </a:lnTo>
                  <a:lnTo>
                    <a:pt x="44059" y="655097"/>
                  </a:lnTo>
                  <a:lnTo>
                    <a:pt x="24783" y="725171"/>
                  </a:lnTo>
                  <a:lnTo>
                    <a:pt x="11014" y="796271"/>
                  </a:lnTo>
                  <a:lnTo>
                    <a:pt x="2753" y="868056"/>
                  </a:lnTo>
                  <a:lnTo>
                    <a:pt x="0" y="940183"/>
                  </a:lnTo>
                  <a:lnTo>
                    <a:pt x="2753" y="1012310"/>
                  </a:lnTo>
                  <a:lnTo>
                    <a:pt x="11014" y="1084095"/>
                  </a:lnTo>
                  <a:lnTo>
                    <a:pt x="24783" y="1155196"/>
                  </a:lnTo>
                  <a:lnTo>
                    <a:pt x="44059" y="1225270"/>
                  </a:lnTo>
                  <a:lnTo>
                    <a:pt x="68843" y="1293975"/>
                  </a:lnTo>
                  <a:lnTo>
                    <a:pt x="99134" y="1360969"/>
                  </a:lnTo>
                  <a:lnTo>
                    <a:pt x="134933" y="1425911"/>
                  </a:lnTo>
                  <a:lnTo>
                    <a:pt x="176239" y="1488456"/>
                  </a:lnTo>
                  <a:lnTo>
                    <a:pt x="223052" y="1548265"/>
                  </a:lnTo>
                  <a:lnTo>
                    <a:pt x="275373" y="1604993"/>
                  </a:lnTo>
                  <a:lnTo>
                    <a:pt x="332102" y="1657314"/>
                  </a:lnTo>
                  <a:lnTo>
                    <a:pt x="391911" y="1704128"/>
                  </a:lnTo>
                  <a:lnTo>
                    <a:pt x="454457" y="1745434"/>
                  </a:lnTo>
                  <a:lnTo>
                    <a:pt x="519398" y="1781232"/>
                  </a:lnTo>
                  <a:lnTo>
                    <a:pt x="586392" y="1811523"/>
                  </a:lnTo>
                  <a:lnTo>
                    <a:pt x="655098" y="1836307"/>
                  </a:lnTo>
                  <a:lnTo>
                    <a:pt x="725172" y="1855583"/>
                  </a:lnTo>
                  <a:lnTo>
                    <a:pt x="796273" y="1869352"/>
                  </a:lnTo>
                  <a:lnTo>
                    <a:pt x="868058" y="1877613"/>
                  </a:lnTo>
                  <a:lnTo>
                    <a:pt x="940185" y="1880367"/>
                  </a:lnTo>
                  <a:lnTo>
                    <a:pt x="1012312" y="1877613"/>
                  </a:lnTo>
                  <a:lnTo>
                    <a:pt x="1084097" y="1869352"/>
                  </a:lnTo>
                  <a:lnTo>
                    <a:pt x="1155197" y="1855583"/>
                  </a:lnTo>
                  <a:lnTo>
                    <a:pt x="1225271" y="1836307"/>
                  </a:lnTo>
                  <a:lnTo>
                    <a:pt x="1293976" y="1811523"/>
                  </a:lnTo>
                  <a:lnTo>
                    <a:pt x="1360970" y="1781232"/>
                  </a:lnTo>
                  <a:lnTo>
                    <a:pt x="1425911" y="1745434"/>
                  </a:lnTo>
                  <a:lnTo>
                    <a:pt x="1488456" y="1704128"/>
                  </a:lnTo>
                  <a:lnTo>
                    <a:pt x="1548264" y="1657314"/>
                  </a:lnTo>
                  <a:lnTo>
                    <a:pt x="1604992" y="1604993"/>
                  </a:lnTo>
                  <a:lnTo>
                    <a:pt x="1657313" y="1548265"/>
                  </a:lnTo>
                  <a:lnTo>
                    <a:pt x="1704126" y="1488456"/>
                  </a:lnTo>
                  <a:lnTo>
                    <a:pt x="1745432" y="1425911"/>
                  </a:lnTo>
                  <a:lnTo>
                    <a:pt x="1781230" y="1360969"/>
                  </a:lnTo>
                  <a:lnTo>
                    <a:pt x="1811521" y="1293975"/>
                  </a:lnTo>
                  <a:lnTo>
                    <a:pt x="1836304" y="1225270"/>
                  </a:lnTo>
                  <a:lnTo>
                    <a:pt x="1855580" y="1155196"/>
                  </a:lnTo>
                  <a:lnTo>
                    <a:pt x="1869349" y="1084095"/>
                  </a:lnTo>
                  <a:lnTo>
                    <a:pt x="1877610" y="1012310"/>
                  </a:lnTo>
                  <a:lnTo>
                    <a:pt x="1880363" y="940183"/>
                  </a:lnTo>
                  <a:lnTo>
                    <a:pt x="1877610" y="868056"/>
                  </a:lnTo>
                  <a:lnTo>
                    <a:pt x="1869349" y="796271"/>
                  </a:lnTo>
                  <a:lnTo>
                    <a:pt x="1855580" y="725171"/>
                  </a:lnTo>
                  <a:lnTo>
                    <a:pt x="1836304" y="655097"/>
                  </a:lnTo>
                  <a:lnTo>
                    <a:pt x="1811521" y="586391"/>
                  </a:lnTo>
                  <a:lnTo>
                    <a:pt x="1781230" y="519397"/>
                  </a:lnTo>
                  <a:lnTo>
                    <a:pt x="1745432" y="454456"/>
                  </a:lnTo>
                  <a:lnTo>
                    <a:pt x="1704126" y="391910"/>
                  </a:lnTo>
                  <a:lnTo>
                    <a:pt x="1657313" y="332102"/>
                  </a:lnTo>
                  <a:lnTo>
                    <a:pt x="1604992" y="275373"/>
                  </a:lnTo>
                  <a:lnTo>
                    <a:pt x="1548264" y="223052"/>
                  </a:lnTo>
                  <a:lnTo>
                    <a:pt x="1488456" y="176239"/>
                  </a:lnTo>
                  <a:lnTo>
                    <a:pt x="1425911" y="134933"/>
                  </a:lnTo>
                  <a:lnTo>
                    <a:pt x="1360970" y="99134"/>
                  </a:lnTo>
                  <a:lnTo>
                    <a:pt x="1293976" y="68843"/>
                  </a:lnTo>
                  <a:lnTo>
                    <a:pt x="1225271" y="44059"/>
                  </a:lnTo>
                  <a:lnTo>
                    <a:pt x="1155197" y="24783"/>
                  </a:lnTo>
                  <a:lnTo>
                    <a:pt x="1084097" y="11014"/>
                  </a:lnTo>
                  <a:lnTo>
                    <a:pt x="1012312" y="2753"/>
                  </a:lnTo>
                  <a:lnTo>
                    <a:pt x="940185" y="0"/>
                  </a:lnTo>
                  <a:close/>
                </a:path>
              </a:pathLst>
            </a:custGeom>
            <a:solidFill>
              <a:schemeClr val="accent3"/>
            </a:solidFill>
          </p:spPr>
          <p:txBody>
            <a:bodyPr wrap="square" lIns="0" tIns="0" rIns="0" bIns="0" rtlCol="0">
              <a:noAutofit/>
            </a:bodyPr>
            <a:lstStyle/>
            <a:p>
              <a:endParaRPr sz="1800">
                <a:latin typeface="+mn-lt"/>
              </a:endParaRPr>
            </a:p>
          </p:txBody>
        </p:sp>
      </p:grpSp>
    </p:spTree>
    <p:extLst>
      <p:ext uri="{BB962C8B-B14F-4D97-AF65-F5344CB8AC3E}">
        <p14:creationId xmlns:p14="http://schemas.microsoft.com/office/powerpoint/2010/main" val="3293750380"/>
      </p:ext>
    </p:extLst>
  </p:cSld>
  <p:clrMapOvr>
    <a:masterClrMapping/>
  </p:clrMapOvr>
  <p:extLst>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Breaker_with people or other images">
    <p:bg>
      <p:bgPr>
        <a:solidFill>
          <a:srgbClr val="ECECEC"/>
        </a:solidFill>
        <a:effectLst/>
      </p:bgPr>
    </p:bg>
    <p:spTree>
      <p:nvGrpSpPr>
        <p:cNvPr id="1" name=""/>
        <p:cNvGrpSpPr/>
        <p:nvPr/>
      </p:nvGrpSpPr>
      <p:grpSpPr>
        <a:xfrm>
          <a:off x="0" y="0"/>
          <a:ext cx="0" cy="0"/>
          <a:chOff x="0" y="0"/>
          <a:chExt cx="0" cy="0"/>
        </a:xfrm>
      </p:grpSpPr>
      <p:sp>
        <p:nvSpPr>
          <p:cNvPr id="34" name="object 4"/>
          <p:cNvSpPr/>
          <p:nvPr/>
        </p:nvSpPr>
        <p:spPr>
          <a:xfrm>
            <a:off x="-114300" y="-25400"/>
            <a:ext cx="4671298" cy="4076763"/>
          </a:xfrm>
          <a:custGeom>
            <a:avLst/>
            <a:gdLst/>
            <a:ahLst/>
            <a:cxnLst/>
            <a:rect l="l" t="t" r="r" b="b"/>
            <a:pathLst>
              <a:path w="10193348" h="8895999">
                <a:moveTo>
                  <a:pt x="8488661" y="0"/>
                </a:moveTo>
                <a:lnTo>
                  <a:pt x="1704683" y="0"/>
                </a:lnTo>
                <a:lnTo>
                  <a:pt x="1492780" y="195439"/>
                </a:lnTo>
                <a:lnTo>
                  <a:pt x="1209152" y="502960"/>
                </a:lnTo>
                <a:lnTo>
                  <a:pt x="955379" y="827176"/>
                </a:lnTo>
                <a:lnTo>
                  <a:pt x="731462" y="1166233"/>
                </a:lnTo>
                <a:lnTo>
                  <a:pt x="537401" y="1518274"/>
                </a:lnTo>
                <a:lnTo>
                  <a:pt x="373195" y="1881445"/>
                </a:lnTo>
                <a:lnTo>
                  <a:pt x="238844" y="2253892"/>
                </a:lnTo>
                <a:lnTo>
                  <a:pt x="134350" y="2633758"/>
                </a:lnTo>
                <a:lnTo>
                  <a:pt x="59711" y="3019189"/>
                </a:lnTo>
                <a:lnTo>
                  <a:pt x="14927" y="3408331"/>
                </a:lnTo>
                <a:lnTo>
                  <a:pt x="0" y="3799327"/>
                </a:lnTo>
                <a:lnTo>
                  <a:pt x="14927" y="4190324"/>
                </a:lnTo>
                <a:lnTo>
                  <a:pt x="59711" y="4579465"/>
                </a:lnTo>
                <a:lnTo>
                  <a:pt x="134350" y="4964896"/>
                </a:lnTo>
                <a:lnTo>
                  <a:pt x="238844" y="5344763"/>
                </a:lnTo>
                <a:lnTo>
                  <a:pt x="373195" y="5717209"/>
                </a:lnTo>
                <a:lnTo>
                  <a:pt x="537401" y="6080381"/>
                </a:lnTo>
                <a:lnTo>
                  <a:pt x="731462" y="6432423"/>
                </a:lnTo>
                <a:lnTo>
                  <a:pt x="955379" y="6771479"/>
                </a:lnTo>
                <a:lnTo>
                  <a:pt x="1209152" y="7095696"/>
                </a:lnTo>
                <a:lnTo>
                  <a:pt x="1492780" y="7403218"/>
                </a:lnTo>
                <a:lnTo>
                  <a:pt x="1800302" y="7686847"/>
                </a:lnTo>
                <a:lnTo>
                  <a:pt x="2124519" y="7940619"/>
                </a:lnTo>
                <a:lnTo>
                  <a:pt x="2463576" y="8164537"/>
                </a:lnTo>
                <a:lnTo>
                  <a:pt x="2815618" y="8358598"/>
                </a:lnTo>
                <a:lnTo>
                  <a:pt x="3178790" y="8522804"/>
                </a:lnTo>
                <a:lnTo>
                  <a:pt x="3551236" y="8657154"/>
                </a:lnTo>
                <a:lnTo>
                  <a:pt x="3931103" y="8761649"/>
                </a:lnTo>
                <a:lnTo>
                  <a:pt x="4316535" y="8836288"/>
                </a:lnTo>
                <a:lnTo>
                  <a:pt x="4705676" y="8881071"/>
                </a:lnTo>
                <a:lnTo>
                  <a:pt x="5096673" y="8895999"/>
                </a:lnTo>
                <a:lnTo>
                  <a:pt x="5487669" y="8881071"/>
                </a:lnTo>
                <a:lnTo>
                  <a:pt x="5876811" y="8836288"/>
                </a:lnTo>
                <a:lnTo>
                  <a:pt x="6262242" y="8761649"/>
                </a:lnTo>
                <a:lnTo>
                  <a:pt x="6642109" y="8657154"/>
                </a:lnTo>
                <a:lnTo>
                  <a:pt x="7014555" y="8522804"/>
                </a:lnTo>
                <a:lnTo>
                  <a:pt x="7377727" y="8358598"/>
                </a:lnTo>
                <a:lnTo>
                  <a:pt x="7729769" y="8164537"/>
                </a:lnTo>
                <a:lnTo>
                  <a:pt x="8068825" y="7940619"/>
                </a:lnTo>
                <a:lnTo>
                  <a:pt x="8393042" y="7686847"/>
                </a:lnTo>
                <a:lnTo>
                  <a:pt x="8700564" y="7403218"/>
                </a:lnTo>
                <a:lnTo>
                  <a:pt x="8984193" y="7095696"/>
                </a:lnTo>
                <a:lnTo>
                  <a:pt x="9237966" y="6771479"/>
                </a:lnTo>
                <a:lnTo>
                  <a:pt x="9461884" y="6432423"/>
                </a:lnTo>
                <a:lnTo>
                  <a:pt x="9655946" y="6080381"/>
                </a:lnTo>
                <a:lnTo>
                  <a:pt x="9820152" y="5717209"/>
                </a:lnTo>
                <a:lnTo>
                  <a:pt x="9954502" y="5344763"/>
                </a:lnTo>
                <a:lnTo>
                  <a:pt x="10058997" y="4964896"/>
                </a:lnTo>
                <a:lnTo>
                  <a:pt x="10133636" y="4579465"/>
                </a:lnTo>
                <a:lnTo>
                  <a:pt x="10178420" y="4190324"/>
                </a:lnTo>
                <a:lnTo>
                  <a:pt x="10193348" y="3799327"/>
                </a:lnTo>
                <a:lnTo>
                  <a:pt x="10178420" y="3408331"/>
                </a:lnTo>
                <a:lnTo>
                  <a:pt x="10133636" y="3019189"/>
                </a:lnTo>
                <a:lnTo>
                  <a:pt x="10058997" y="2633758"/>
                </a:lnTo>
                <a:lnTo>
                  <a:pt x="9954502" y="2253892"/>
                </a:lnTo>
                <a:lnTo>
                  <a:pt x="9820152" y="1881445"/>
                </a:lnTo>
                <a:lnTo>
                  <a:pt x="9655946" y="1518274"/>
                </a:lnTo>
                <a:lnTo>
                  <a:pt x="9461884" y="1166233"/>
                </a:lnTo>
                <a:lnTo>
                  <a:pt x="9237966" y="827176"/>
                </a:lnTo>
                <a:lnTo>
                  <a:pt x="8984193" y="502960"/>
                </a:lnTo>
                <a:lnTo>
                  <a:pt x="8700564" y="195439"/>
                </a:lnTo>
                <a:lnTo>
                  <a:pt x="8488661" y="0"/>
                </a:lnTo>
                <a:close/>
              </a:path>
            </a:pathLst>
          </a:custGeom>
          <a:solidFill>
            <a:srgbClr val="FFDB28"/>
          </a:solidFill>
        </p:spPr>
        <p:txBody>
          <a:bodyPr wrap="square" lIns="0" tIns="0" rIns="0" bIns="0" rtlCol="0">
            <a:noAutofit/>
          </a:bodyPr>
          <a:lstStyle/>
          <a:p>
            <a:endParaRPr sz="1800">
              <a:latin typeface="+mn-lt"/>
            </a:endParaRPr>
          </a:p>
        </p:txBody>
      </p:sp>
      <p:sp>
        <p:nvSpPr>
          <p:cNvPr id="31" name="Picture Placeholder 9"/>
          <p:cNvSpPr>
            <a:spLocks noGrp="1"/>
          </p:cNvSpPr>
          <p:nvPr>
            <p:ph type="pic" sz="quarter" idx="14" hasCustomPrompt="1"/>
          </p:nvPr>
        </p:nvSpPr>
        <p:spPr>
          <a:xfrm>
            <a:off x="4648903"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a:t>Insert people photograph</a:t>
            </a:r>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67457" y="3844395"/>
            <a:ext cx="1314000" cy="1103406"/>
          </a:xfrm>
          <a:prstGeom prst="rect">
            <a:avLst/>
          </a:prstGeom>
        </p:spPr>
      </p:pic>
      <p:sp>
        <p:nvSpPr>
          <p:cNvPr id="24" name="Text Placeholder 2"/>
          <p:cNvSpPr>
            <a:spLocks noGrp="1"/>
          </p:cNvSpPr>
          <p:nvPr>
            <p:ph type="body" sz="quarter" idx="10" hasCustomPrompt="1"/>
          </p:nvPr>
        </p:nvSpPr>
        <p:spPr>
          <a:xfrm>
            <a:off x="266700" y="2316262"/>
            <a:ext cx="4314029" cy="381217"/>
          </a:xfrm>
        </p:spPr>
        <p:txBody>
          <a:bodyPr/>
          <a:lstStyle>
            <a:lvl1pPr marL="15394" indent="0" algn="ctr" defTabSz="457200" rtl="0" eaLnBrk="1" latinLnBrk="0" hangingPunct="1">
              <a:lnSpc>
                <a:spcPct val="90000"/>
              </a:lnSpc>
              <a:spcBef>
                <a:spcPts val="2000"/>
              </a:spcBef>
              <a:buFont typeface="Arial" panose="020B0604020202020204" pitchFamily="34" charset="0"/>
              <a:buNone/>
              <a:defRPr lang="en-US" sz="1050" b="1" kern="1200"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b="1" err="1">
                <a:solidFill>
                  <a:srgbClr val="0D356E"/>
                </a:solidFill>
                <a:latin typeface="+mn-lt"/>
                <a:cs typeface="Arial"/>
              </a:rPr>
              <a:t>Subheadline</a:t>
            </a:r>
            <a:r>
              <a:rPr lang="en-US" sz="1050" b="1" spc="6">
                <a:solidFill>
                  <a:srgbClr val="0D356E"/>
                </a:solidFill>
                <a:latin typeface="+mn-lt"/>
                <a:cs typeface="Arial"/>
              </a:rPr>
              <a:t> </a:t>
            </a:r>
            <a:r>
              <a:rPr lang="en-US" sz="1050" b="1">
                <a:solidFill>
                  <a:srgbClr val="0D356E"/>
                </a:solidFill>
                <a:latin typeface="+mn-lt"/>
                <a:cs typeface="Arial"/>
              </a:rPr>
              <a:t>or</a:t>
            </a:r>
            <a:r>
              <a:rPr lang="en-US" sz="1050" b="1" spc="6">
                <a:solidFill>
                  <a:srgbClr val="0D356E"/>
                </a:solidFill>
                <a:latin typeface="+mn-lt"/>
                <a:cs typeface="Arial"/>
              </a:rPr>
              <a:t> </a:t>
            </a:r>
            <a:r>
              <a:rPr lang="en-US" sz="1050" b="1">
                <a:solidFill>
                  <a:srgbClr val="0D356E"/>
                </a:solidFill>
                <a:latin typeface="+mn-lt"/>
                <a:cs typeface="Arial"/>
              </a:rPr>
              <a:t>supportive</a:t>
            </a:r>
            <a:r>
              <a:rPr lang="en-US" sz="1050" b="1" spc="6">
                <a:solidFill>
                  <a:srgbClr val="0D356E"/>
                </a:solidFill>
                <a:latin typeface="+mn-lt"/>
                <a:cs typeface="Arial"/>
              </a:rPr>
              <a:t> </a:t>
            </a:r>
            <a:r>
              <a:rPr lang="en-US" sz="1050" b="1">
                <a:solidFill>
                  <a:srgbClr val="0D356E"/>
                </a:solidFill>
                <a:latin typeface="+mn-lt"/>
                <a:cs typeface="Arial"/>
              </a:rPr>
              <a:t>text</a:t>
            </a:r>
          </a:p>
        </p:txBody>
      </p:sp>
      <p:sp>
        <p:nvSpPr>
          <p:cNvPr id="28" name="Text Placeholder 2"/>
          <p:cNvSpPr>
            <a:spLocks noGrp="1"/>
          </p:cNvSpPr>
          <p:nvPr>
            <p:ph type="body" sz="quarter" idx="11" hasCustomPrompt="1"/>
          </p:nvPr>
        </p:nvSpPr>
        <p:spPr>
          <a:xfrm>
            <a:off x="386266" y="2774490"/>
            <a:ext cx="4051300" cy="508000"/>
          </a:xfrm>
        </p:spPr>
        <p:txBody>
          <a:bodyPr/>
          <a:lstStyle>
            <a:lvl1pPr marL="15394" indent="0" algn="ctr" defTabSz="1828800" rtl="0" eaLnBrk="1" latinLnBrk="0" hangingPunct="1">
              <a:lnSpc>
                <a:spcPct val="100000"/>
              </a:lnSpc>
              <a:spcBef>
                <a:spcPts val="0"/>
              </a:spcBef>
              <a:buFont typeface="Arial" panose="020B0604020202020204" pitchFamily="34" charset="0"/>
              <a:buNone/>
              <a:defRPr lang="en-US" sz="1050" kern="1200" spc="6" dirty="0">
                <a:solidFill>
                  <a:srgbClr val="0D356E"/>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marL="15394" algn="ctr"/>
            <a:r>
              <a:rPr lang="en-US" sz="1050">
                <a:solidFill>
                  <a:srgbClr val="0D356E"/>
                </a:solidFill>
                <a:latin typeface="+mn-lt"/>
                <a:cs typeface="Arial"/>
              </a:rPr>
              <a:t>Lorem</a:t>
            </a:r>
            <a:r>
              <a:rPr lang="en-US" sz="1050" spc="6">
                <a:solidFill>
                  <a:srgbClr val="0D356E"/>
                </a:solidFill>
                <a:latin typeface="+mn-lt"/>
                <a:cs typeface="Arial"/>
              </a:rPr>
              <a:t> ipsum </a:t>
            </a:r>
            <a:r>
              <a:rPr lang="en-US" sz="1050">
                <a:solidFill>
                  <a:srgbClr val="0D356E"/>
                </a:solidFill>
                <a:latin typeface="+mn-lt"/>
                <a:cs typeface="Arial"/>
              </a:rPr>
              <a:t>do</a:t>
            </a:r>
            <a:r>
              <a:rPr lang="en-US" sz="1050" spc="6">
                <a:solidFill>
                  <a:srgbClr val="0D356E"/>
                </a:solidFill>
                <a:latin typeface="+mn-lt"/>
                <a:cs typeface="Arial"/>
              </a:rPr>
              <a:t>lor </a:t>
            </a:r>
            <a:r>
              <a:rPr lang="en-US" sz="1050">
                <a:solidFill>
                  <a:srgbClr val="0D356E"/>
                </a:solidFill>
                <a:latin typeface="+mn-lt"/>
                <a:cs typeface="Arial"/>
              </a:rPr>
              <a:t>sit</a:t>
            </a:r>
            <a:r>
              <a:rPr lang="en-US" sz="1050" spc="6">
                <a:solidFill>
                  <a:srgbClr val="0D356E"/>
                </a:solidFill>
                <a:latin typeface="+mn-lt"/>
                <a:cs typeface="Arial"/>
              </a:rPr>
              <a:t> </a:t>
            </a:r>
            <a:r>
              <a:rPr lang="en-US" sz="1050" err="1">
                <a:solidFill>
                  <a:srgbClr val="0D356E"/>
                </a:solidFill>
                <a:latin typeface="+mn-lt"/>
                <a:cs typeface="Arial"/>
              </a:rPr>
              <a:t>amet</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consectetur</a:t>
            </a:r>
            <a:r>
              <a:rPr lang="en-US" sz="1050" spc="6">
                <a:solidFill>
                  <a:srgbClr val="0D356E"/>
                </a:solidFill>
                <a:latin typeface="+mn-lt"/>
                <a:cs typeface="Arial"/>
              </a:rPr>
              <a:t> </a:t>
            </a:r>
            <a:r>
              <a:rPr lang="en-US" sz="1050" err="1">
                <a:solidFill>
                  <a:srgbClr val="0D356E"/>
                </a:solidFill>
                <a:latin typeface="+mn-lt"/>
                <a:cs typeface="Arial"/>
              </a:rPr>
              <a:t>ad</a:t>
            </a:r>
            <a:r>
              <a:rPr lang="en-US" sz="1050" spc="6" err="1">
                <a:solidFill>
                  <a:srgbClr val="0D356E"/>
                </a:solidFill>
                <a:latin typeface="+mn-lt"/>
                <a:cs typeface="Arial"/>
              </a:rPr>
              <a:t>ipiscing</a:t>
            </a:r>
            <a:r>
              <a:rPr lang="en-US" sz="1050" spc="6">
                <a:solidFill>
                  <a:srgbClr val="0D356E"/>
                </a:solidFill>
                <a:latin typeface="+mn-lt"/>
                <a:cs typeface="Arial"/>
              </a:rPr>
              <a:t> </a:t>
            </a:r>
            <a:r>
              <a:rPr lang="en-US" sz="1050" err="1">
                <a:solidFill>
                  <a:srgbClr val="0D356E"/>
                </a:solidFill>
                <a:latin typeface="+mn-lt"/>
                <a:cs typeface="Arial"/>
              </a:rPr>
              <a:t>e</a:t>
            </a:r>
            <a:r>
              <a:rPr lang="en-US" sz="1050" spc="6" err="1">
                <a:solidFill>
                  <a:srgbClr val="0D356E"/>
                </a:solidFill>
                <a:latin typeface="+mn-lt"/>
                <a:cs typeface="Arial"/>
              </a:rPr>
              <a:t>lit</a:t>
            </a:r>
            <a:r>
              <a:rPr lang="en-US" sz="1050" spc="6">
                <a:solidFill>
                  <a:srgbClr val="0D356E"/>
                </a:solidFill>
                <a:latin typeface="+mn-lt"/>
                <a:cs typeface="Arial"/>
              </a:rPr>
              <a:t>. </a:t>
            </a:r>
            <a:br>
              <a:rPr lang="en-US" sz="1050" spc="6">
                <a:solidFill>
                  <a:srgbClr val="0D356E"/>
                </a:solidFill>
                <a:latin typeface="+mn-lt"/>
                <a:cs typeface="Arial"/>
              </a:rPr>
            </a:br>
            <a:r>
              <a:rPr lang="en-US" sz="1050" spc="6" err="1">
                <a:solidFill>
                  <a:srgbClr val="0D356E"/>
                </a:solidFill>
                <a:latin typeface="+mn-lt"/>
                <a:cs typeface="Arial"/>
              </a:rPr>
              <a:t>Morbi</a:t>
            </a:r>
            <a:r>
              <a:rPr lang="en-US" sz="1050" spc="6">
                <a:solidFill>
                  <a:srgbClr val="0D356E"/>
                </a:solidFill>
                <a:latin typeface="+mn-lt"/>
                <a:cs typeface="Arial"/>
              </a:rPr>
              <a:t> </a:t>
            </a:r>
            <a:r>
              <a:rPr lang="en-US" sz="1050">
                <a:solidFill>
                  <a:srgbClr val="0D356E"/>
                </a:solidFill>
                <a:latin typeface="+mn-lt"/>
                <a:cs typeface="Arial"/>
              </a:rPr>
              <a:t>at</a:t>
            </a:r>
            <a:r>
              <a:rPr lang="en-US" sz="1050" spc="6">
                <a:solidFill>
                  <a:srgbClr val="0D356E"/>
                </a:solidFill>
                <a:latin typeface="+mn-lt"/>
                <a:cs typeface="Arial"/>
              </a:rPr>
              <a:t> </a:t>
            </a:r>
            <a:r>
              <a:rPr lang="en-US" sz="1050">
                <a:solidFill>
                  <a:srgbClr val="0D356E"/>
                </a:solidFill>
                <a:latin typeface="+mn-lt"/>
                <a:cs typeface="Arial"/>
              </a:rPr>
              <a:t>mi</a:t>
            </a:r>
            <a:r>
              <a:rPr lang="en-US" sz="1050" spc="6">
                <a:solidFill>
                  <a:srgbClr val="0D356E"/>
                </a:solidFill>
                <a:latin typeface="+mn-lt"/>
                <a:cs typeface="Arial"/>
              </a:rPr>
              <a:t> </a:t>
            </a:r>
            <a:r>
              <a:rPr lang="en-US" sz="1050" err="1">
                <a:solidFill>
                  <a:srgbClr val="0D356E"/>
                </a:solidFill>
                <a:latin typeface="+mn-lt"/>
                <a:cs typeface="Arial"/>
              </a:rPr>
              <a:t>suscip</a:t>
            </a:r>
            <a:r>
              <a:rPr lang="en-US" sz="1050" spc="6" err="1">
                <a:solidFill>
                  <a:srgbClr val="0D356E"/>
                </a:solidFill>
                <a:latin typeface="+mn-lt"/>
                <a:cs typeface="Arial"/>
              </a:rPr>
              <a:t>it</a:t>
            </a:r>
            <a:r>
              <a:rPr lang="en-US" sz="1050" spc="6">
                <a:solidFill>
                  <a:srgbClr val="0D356E"/>
                </a:solidFill>
                <a:latin typeface="+mn-lt"/>
                <a:cs typeface="Arial"/>
              </a:rPr>
              <a:t>, </a:t>
            </a:r>
            <a:r>
              <a:rPr lang="en-US" sz="1050" err="1">
                <a:solidFill>
                  <a:srgbClr val="0D356E"/>
                </a:solidFill>
                <a:latin typeface="+mn-lt"/>
                <a:cs typeface="Arial"/>
              </a:rPr>
              <a:t>dap</a:t>
            </a:r>
            <a:r>
              <a:rPr lang="en-US" sz="1050" spc="6" err="1">
                <a:solidFill>
                  <a:srgbClr val="0D356E"/>
                </a:solidFill>
                <a:latin typeface="+mn-lt"/>
                <a:cs typeface="Arial"/>
              </a:rPr>
              <a:t>ibus</a:t>
            </a:r>
            <a:r>
              <a:rPr lang="en-US" sz="1050" spc="6">
                <a:solidFill>
                  <a:srgbClr val="0D356E"/>
                </a:solidFill>
                <a:latin typeface="+mn-lt"/>
                <a:cs typeface="Arial"/>
              </a:rPr>
              <a:t> </a:t>
            </a:r>
            <a:r>
              <a:rPr lang="en-US" sz="1050" err="1">
                <a:solidFill>
                  <a:srgbClr val="0D356E"/>
                </a:solidFill>
                <a:latin typeface="+mn-lt"/>
                <a:cs typeface="Arial"/>
              </a:rPr>
              <a:t>nu</a:t>
            </a:r>
            <a:r>
              <a:rPr lang="en-US" sz="1050" spc="6" err="1">
                <a:solidFill>
                  <a:srgbClr val="0D356E"/>
                </a:solidFill>
                <a:latin typeface="+mn-lt"/>
                <a:cs typeface="Arial"/>
              </a:rPr>
              <a:t>lla</a:t>
            </a:r>
            <a:r>
              <a:rPr lang="en-US" sz="1050" spc="6">
                <a:solidFill>
                  <a:srgbClr val="0D356E"/>
                </a:solidFill>
                <a:latin typeface="+mn-lt"/>
                <a:cs typeface="Arial"/>
              </a:rPr>
              <a:t> </a:t>
            </a:r>
            <a:r>
              <a:rPr lang="en-US" sz="1050" err="1">
                <a:solidFill>
                  <a:srgbClr val="0D356E"/>
                </a:solidFill>
                <a:latin typeface="+mn-lt"/>
                <a:cs typeface="Arial"/>
              </a:rPr>
              <a:t>eu</a:t>
            </a:r>
            <a:r>
              <a:rPr lang="en-US" sz="1050">
                <a:solidFill>
                  <a:srgbClr val="0D356E"/>
                </a:solidFill>
                <a:latin typeface="+mn-lt"/>
                <a:cs typeface="Arial"/>
              </a:rPr>
              <a:t>,</a:t>
            </a:r>
            <a:r>
              <a:rPr lang="en-US" sz="1050" spc="6">
                <a:solidFill>
                  <a:srgbClr val="0D356E"/>
                </a:solidFill>
                <a:latin typeface="+mn-lt"/>
                <a:cs typeface="Arial"/>
              </a:rPr>
              <a:t> </a:t>
            </a:r>
            <a:r>
              <a:rPr lang="en-US" sz="1050" err="1">
                <a:solidFill>
                  <a:srgbClr val="0D356E"/>
                </a:solidFill>
                <a:latin typeface="+mn-lt"/>
                <a:cs typeface="Arial"/>
              </a:rPr>
              <a:t>mo</a:t>
            </a:r>
            <a:r>
              <a:rPr lang="en-US" sz="1050" spc="6" err="1">
                <a:solidFill>
                  <a:srgbClr val="0D356E"/>
                </a:solidFill>
                <a:latin typeface="+mn-lt"/>
                <a:cs typeface="Arial"/>
              </a:rPr>
              <a:t>lestie</a:t>
            </a:r>
            <a:r>
              <a:rPr lang="en-US" sz="1050" spc="6">
                <a:solidFill>
                  <a:srgbClr val="0D356E"/>
                </a:solidFill>
                <a:latin typeface="+mn-lt"/>
                <a:cs typeface="Arial"/>
              </a:rPr>
              <a:t> </a:t>
            </a:r>
            <a:r>
              <a:rPr lang="en-US" sz="1050" err="1">
                <a:solidFill>
                  <a:srgbClr val="0D356E"/>
                </a:solidFill>
                <a:latin typeface="+mn-lt"/>
                <a:cs typeface="Arial"/>
              </a:rPr>
              <a:t>quam</a:t>
            </a:r>
            <a:r>
              <a:rPr lang="en-US" sz="1050">
                <a:solidFill>
                  <a:srgbClr val="0D356E"/>
                </a:solidFill>
                <a:latin typeface="+mn-lt"/>
                <a:cs typeface="Arial"/>
              </a:rPr>
              <a:t>.</a:t>
            </a:r>
            <a:endParaRPr lang="en-US" sz="1050">
              <a:latin typeface="+mn-lt"/>
              <a:cs typeface="Arial"/>
            </a:endParaRPr>
          </a:p>
        </p:txBody>
      </p:sp>
      <p:sp>
        <p:nvSpPr>
          <p:cNvPr id="27" name="Picture Placeholder 9"/>
          <p:cNvSpPr>
            <a:spLocks noGrp="1"/>
          </p:cNvSpPr>
          <p:nvPr>
            <p:ph type="pic" sz="quarter" idx="15" hasCustomPrompt="1"/>
          </p:nvPr>
        </p:nvSpPr>
        <p:spPr>
          <a:xfrm>
            <a:off x="7062729"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a:t>Insert people photograph</a:t>
            </a:r>
          </a:p>
        </p:txBody>
      </p:sp>
      <p:sp>
        <p:nvSpPr>
          <p:cNvPr id="29" name="Picture Placeholder 9"/>
          <p:cNvSpPr>
            <a:spLocks noGrp="1"/>
          </p:cNvSpPr>
          <p:nvPr>
            <p:ph type="pic" sz="quarter" idx="16" hasCustomPrompt="1"/>
          </p:nvPr>
        </p:nvSpPr>
        <p:spPr>
          <a:xfrm>
            <a:off x="6258121"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a:t>Insert people photograph</a:t>
            </a:r>
          </a:p>
        </p:txBody>
      </p:sp>
      <p:sp>
        <p:nvSpPr>
          <p:cNvPr id="30" name="Picture Placeholder 9"/>
          <p:cNvSpPr>
            <a:spLocks noGrp="1"/>
          </p:cNvSpPr>
          <p:nvPr>
            <p:ph type="pic" sz="quarter" idx="17" hasCustomPrompt="1"/>
          </p:nvPr>
        </p:nvSpPr>
        <p:spPr>
          <a:xfrm>
            <a:off x="5453512" y="2668230"/>
            <a:ext cx="723558" cy="723558"/>
          </a:xfrm>
          <a:prstGeom prst="ellipse">
            <a:avLst/>
          </a:prstGeom>
        </p:spPr>
        <p:txBody>
          <a:bodyPr tIns="0" bIns="0" anchor="b">
            <a:noAutofit/>
          </a:bodyPr>
          <a:lstStyle>
            <a:lvl1pPr marL="0" indent="0" algn="ctr">
              <a:buNone/>
              <a:defRPr sz="650" baseline="0">
                <a:solidFill>
                  <a:schemeClr val="accent2"/>
                </a:solidFill>
                <a:latin typeface="+mn-lt"/>
              </a:defRPr>
            </a:lvl1pPr>
          </a:lstStyle>
          <a:p>
            <a:r>
              <a:rPr lang="en-US"/>
              <a:t>Insert people photograph</a:t>
            </a:r>
          </a:p>
        </p:txBody>
      </p:sp>
      <p:sp>
        <p:nvSpPr>
          <p:cNvPr id="17" name="Title 1">
            <a:extLst>
              <a:ext uri="{FF2B5EF4-FFF2-40B4-BE49-F238E27FC236}">
                <a16:creationId xmlns:a16="http://schemas.microsoft.com/office/drawing/2014/main" id="{53BCAE27-A192-45DC-A959-116DB2B14D44}"/>
              </a:ext>
            </a:extLst>
          </p:cNvPr>
          <p:cNvSpPr>
            <a:spLocks noGrp="1"/>
          </p:cNvSpPr>
          <p:nvPr>
            <p:ph type="ctrTitle" hasCustomPrompt="1"/>
          </p:nvPr>
        </p:nvSpPr>
        <p:spPr>
          <a:xfrm>
            <a:off x="713836" y="914400"/>
            <a:ext cx="6946900" cy="1219200"/>
          </a:xfrm>
          <a:prstGeom prst="rect">
            <a:avLst/>
          </a:prstGeom>
        </p:spPr>
        <p:txBody>
          <a:bodyPr vert="horz" wrap="square" lIns="0" tIns="0" rIns="0" bIns="0" rtlCol="0">
            <a:noAutofit/>
          </a:bodyPr>
          <a:lstStyle>
            <a:lvl1pPr>
              <a:defRPr lang="en-US" sz="3600" spc="-55" dirty="0">
                <a:solidFill>
                  <a:srgbClr val="0D356E"/>
                </a:solidFill>
                <a:latin typeface="Arial" panose="020B0604020202020204" pitchFamily="34" charset="0"/>
                <a:cs typeface="Arial" panose="020B0604020202020204" pitchFamily="34" charset="0"/>
              </a:defRPr>
            </a:lvl1pPr>
          </a:lstStyle>
          <a:p>
            <a:pPr marL="15394"/>
            <a:r>
              <a:rPr lang="en-US" sz="3600" b="1" u="sng" spc="-55">
                <a:solidFill>
                  <a:srgbClr val="0D356E"/>
                </a:solidFill>
                <a:latin typeface="+mn-lt"/>
                <a:cs typeface="Arial"/>
              </a:rPr>
              <a:t>Headline placeholder</a:t>
            </a:r>
            <a:br>
              <a:rPr lang="en-US" sz="3600" b="1" u="sng" spc="-55">
                <a:solidFill>
                  <a:srgbClr val="0D356E"/>
                </a:solidFill>
                <a:latin typeface="+mn-lt"/>
                <a:cs typeface="Arial"/>
              </a:rPr>
            </a:br>
            <a:r>
              <a:rPr lang="en-US" sz="3600" b="1" u="sng" spc="-36">
                <a:solidFill>
                  <a:srgbClr val="0D356E"/>
                </a:solidFill>
                <a:latin typeface="+mn-lt"/>
                <a:cs typeface="Arial"/>
              </a:rPr>
              <a:t>i</a:t>
            </a:r>
            <a:r>
              <a:rPr lang="en-US" sz="3600" b="1" u="sng" spc="-67">
                <a:solidFill>
                  <a:srgbClr val="0D356E"/>
                </a:solidFill>
                <a:latin typeface="+mn-lt"/>
                <a:cs typeface="Arial"/>
              </a:rPr>
              <a:t>n</a:t>
            </a:r>
            <a:r>
              <a:rPr lang="en-US" sz="3600" b="1" u="sng" spc="-6">
                <a:solidFill>
                  <a:srgbClr val="0D356E"/>
                </a:solidFill>
                <a:latin typeface="+mn-lt"/>
                <a:cs typeface="Arial"/>
              </a:rPr>
              <a:t> t</a:t>
            </a:r>
            <a:r>
              <a:rPr lang="en-US" sz="3600" b="1" u="sng" spc="-85">
                <a:solidFill>
                  <a:srgbClr val="0D356E"/>
                </a:solidFill>
                <a:latin typeface="+mn-lt"/>
                <a:cs typeface="Arial"/>
              </a:rPr>
              <a:t>w</a:t>
            </a:r>
            <a:r>
              <a:rPr lang="en-US" sz="3600" b="1" u="sng" spc="-67">
                <a:solidFill>
                  <a:srgbClr val="0D356E"/>
                </a:solidFill>
                <a:latin typeface="+mn-lt"/>
                <a:cs typeface="Arial"/>
              </a:rPr>
              <a:t>o</a:t>
            </a:r>
            <a:r>
              <a:rPr lang="en-US" sz="3600" b="1" u="sng" spc="-6">
                <a:solidFill>
                  <a:srgbClr val="0D356E"/>
                </a:solidFill>
                <a:latin typeface="+mn-lt"/>
                <a:cs typeface="Arial"/>
              </a:rPr>
              <a:t> </a:t>
            </a:r>
            <a:r>
              <a:rPr lang="en-US" sz="3600" b="1" u="sng" spc="-36">
                <a:solidFill>
                  <a:srgbClr val="0D356E"/>
                </a:solidFill>
                <a:latin typeface="+mn-lt"/>
                <a:cs typeface="Arial"/>
              </a:rPr>
              <a:t>li</a:t>
            </a:r>
            <a:r>
              <a:rPr lang="en-US" sz="3600" b="1" u="sng" spc="-73">
                <a:solidFill>
                  <a:srgbClr val="0D356E"/>
                </a:solidFill>
                <a:latin typeface="+mn-lt"/>
                <a:cs typeface="Arial"/>
              </a:rPr>
              <a:t>n</a:t>
            </a:r>
            <a:r>
              <a:rPr lang="en-US" sz="3600" b="1" u="sng" spc="-61">
                <a:solidFill>
                  <a:srgbClr val="0D356E"/>
                </a:solidFill>
                <a:latin typeface="+mn-lt"/>
                <a:cs typeface="Arial"/>
              </a:rPr>
              <a:t>es</a:t>
            </a:r>
            <a:endParaRPr lang="en-US" sz="3600" u="sng">
              <a:latin typeface="+mn-lt"/>
              <a:cs typeface="Arial"/>
            </a:endParaRPr>
          </a:p>
        </p:txBody>
      </p:sp>
    </p:spTree>
    <p:extLst>
      <p:ext uri="{BB962C8B-B14F-4D97-AF65-F5344CB8AC3E}">
        <p14:creationId xmlns:p14="http://schemas.microsoft.com/office/powerpoint/2010/main" val="2356553129"/>
      </p:ext>
    </p:extLst>
  </p:cSld>
  <p:clrMapOvr>
    <a:masterClrMapping/>
  </p:clrMapOvr>
  <p:extLst>
    <p:ext uri="{DCECCB84-F9BA-43D5-87BE-67443E8EF086}">
      <p15:sldGuideLst xmlns:p15="http://schemas.microsoft.com/office/powerpoint/2012/main">
        <p15:guide id="1" pos="1656">
          <p15:clr>
            <a:srgbClr val="FBAE40"/>
          </p15:clr>
        </p15:guide>
        <p15:guide id="2" orient="horz" pos="1620">
          <p15:clr>
            <a:srgbClr val="FBAE40"/>
          </p15:clr>
        </p15:guide>
        <p15:guide id="3" orient="horz" pos="296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slid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63070" y="258807"/>
            <a:ext cx="52451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3" name="Text Placeholder 2"/>
          <p:cNvSpPr>
            <a:spLocks noGrp="1"/>
          </p:cNvSpPr>
          <p:nvPr>
            <p:ph type="body" sz="quarter" idx="10" hasCustomPrompt="1"/>
          </p:nvPr>
        </p:nvSpPr>
        <p:spPr>
          <a:xfrm>
            <a:off x="275771" y="1295399"/>
            <a:ext cx="860153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Heading</a:t>
            </a:r>
          </a:p>
        </p:txBody>
      </p:sp>
      <p:sp>
        <p:nvSpPr>
          <p:cNvPr id="15" name="Text Placeholder 2"/>
          <p:cNvSpPr>
            <a:spLocks noGrp="1"/>
          </p:cNvSpPr>
          <p:nvPr>
            <p:ph type="body" sz="quarter" idx="11" hasCustomPrompt="1"/>
          </p:nvPr>
        </p:nvSpPr>
        <p:spPr>
          <a:xfrm>
            <a:off x="275771" y="1674584"/>
            <a:ext cx="8601530" cy="3085101"/>
          </a:xfrm>
        </p:spPr>
        <p:txBody>
          <a:bodyPr/>
          <a:lstStyle>
            <a:lvl1pPr marL="171450" indent="-171450" algn="l" defTabSz="1828800" rtl="0" eaLnBrk="1" latinLnBrk="0" hangingPunct="1">
              <a:lnSpc>
                <a:spcPct val="100000"/>
              </a:lnSpc>
              <a:spcBef>
                <a:spcPts val="600"/>
              </a:spcBef>
              <a:buFont typeface="Arial" panose="020B0604020202020204" pitchFamily="34" charset="0"/>
              <a:buChar char="•"/>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r>
              <a:rPr lang="en-US"/>
              <a:t>Description text in Dark Grey and 24pt size. </a:t>
            </a:r>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endParaRPr lang="en-US"/>
          </a:p>
        </p:txBody>
      </p:sp>
      <p:sp>
        <p:nvSpPr>
          <p:cNvPr id="16" name="Text Placeholder 2"/>
          <p:cNvSpPr>
            <a:spLocks noGrp="1"/>
          </p:cNvSpPr>
          <p:nvPr>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31" name="Rectangle 30"/>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2"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40"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TextBox 40"/>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42"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5" name="Group 24"/>
          <p:cNvGrpSpPr/>
          <p:nvPr userDrawn="1"/>
        </p:nvGrpSpPr>
        <p:grpSpPr>
          <a:xfrm>
            <a:off x="71948" y="4978614"/>
            <a:ext cx="503788" cy="94721"/>
            <a:chOff x="6014087" y="4646472"/>
            <a:chExt cx="503788" cy="94721"/>
          </a:xfrm>
        </p:grpSpPr>
        <p:sp>
          <p:nvSpPr>
            <p:cNvPr id="26" name="Oval 25"/>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27" name="Oval 26"/>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Oval 27"/>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28"/>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29"/>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2419753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guide id="3" pos="55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ntent slide ">
    <p:bg>
      <p:bgPr>
        <a:solidFill>
          <a:schemeClr val="bg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11" name="Title 1"/>
          <p:cNvSpPr>
            <a:spLocks noGrp="1"/>
          </p:cNvSpPr>
          <p:nvPr>
            <p:ph type="ctrTitle" hasCustomPrompt="1"/>
          </p:nvPr>
        </p:nvSpPr>
        <p:spPr>
          <a:xfrm>
            <a:off x="263070" y="258807"/>
            <a:ext cx="52451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5" name="Rectangle 24"/>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45"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TextBox 45"/>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0" name="Oval 29"/>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34"/>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36"/>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896338804"/>
      </p:ext>
    </p:extLst>
  </p:cSld>
  <p:clrMapOvr>
    <a:masterClrMapping/>
  </p:clrMapOvr>
  <p:extLst>
    <p:ext uri="{DCECCB84-F9BA-43D5-87BE-67443E8EF086}">
      <p15:sldGuideLst xmlns:p15="http://schemas.microsoft.com/office/powerpoint/2012/main">
        <p15:guide id="1" orient="horz" pos="161" userDrawn="1">
          <p15:clr>
            <a:srgbClr val="FBAE40"/>
          </p15:clr>
        </p15:guide>
        <p15:guide id="2" pos="164" userDrawn="1">
          <p15:clr>
            <a:srgbClr val="FBAE40"/>
          </p15:clr>
        </p15:guide>
        <p15:guide id="3" orient="horz" pos="3078" userDrawn="1">
          <p15:clr>
            <a:srgbClr val="FBAE40"/>
          </p15:clr>
        </p15:guide>
        <p15:guide id="4" pos="559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ackground image Slide">
    <p:spTree>
      <p:nvGrpSpPr>
        <p:cNvPr id="1" name=""/>
        <p:cNvGrpSpPr/>
        <p:nvPr/>
      </p:nvGrpSpPr>
      <p:grpSpPr>
        <a:xfrm>
          <a:off x="0" y="0"/>
          <a:ext cx="0" cy="0"/>
          <a:chOff x="0" y="0"/>
          <a:chExt cx="0" cy="0"/>
        </a:xfrm>
      </p:grpSpPr>
      <p:sp>
        <p:nvSpPr>
          <p:cNvPr id="17" name="Picture Placeholder 9"/>
          <p:cNvSpPr>
            <a:spLocks noGrp="1"/>
          </p:cNvSpPr>
          <p:nvPr>
            <p:ph type="pic" sz="quarter" idx="16" hasCustomPrompt="1"/>
          </p:nvPr>
        </p:nvSpPr>
        <p:spPr>
          <a:xfrm>
            <a:off x="-1" y="0"/>
            <a:ext cx="9146399" cy="4902200"/>
          </a:xfrm>
          <a:prstGeom prst="rect">
            <a:avLst/>
          </a:prstGeom>
        </p:spPr>
        <p:txBody>
          <a:bodyPr>
            <a:noAutofit/>
          </a:bodyPr>
          <a:lstStyle>
            <a:lvl1pPr marL="0" indent="0" algn="ctr">
              <a:buFontTx/>
              <a:buNone/>
              <a:defRPr sz="16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background image</a:t>
            </a:r>
          </a:p>
        </p:txBody>
      </p:sp>
      <p:sp>
        <p:nvSpPr>
          <p:cNvPr id="16" name="Text Placeholder 2"/>
          <p:cNvSpPr>
            <a:spLocks noGrp="1"/>
          </p:cNvSpPr>
          <p:nvPr userDrawn="1">
            <p:ph type="body" sz="quarter" idx="12" hasCustomPrompt="1"/>
          </p:nvPr>
        </p:nvSpPr>
        <p:spPr>
          <a:xfrm>
            <a:off x="275770" y="63500"/>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24" name="Rectangle 23"/>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5"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3"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TextBox 33"/>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35"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3" name="Group 22"/>
          <p:cNvGrpSpPr/>
          <p:nvPr userDrawn="1"/>
        </p:nvGrpSpPr>
        <p:grpSpPr>
          <a:xfrm>
            <a:off x="71948" y="4978614"/>
            <a:ext cx="503788" cy="94721"/>
            <a:chOff x="6014087" y="4646472"/>
            <a:chExt cx="503788" cy="94721"/>
          </a:xfrm>
        </p:grpSpPr>
        <p:sp>
          <p:nvSpPr>
            <p:cNvPr id="27" name="Oval 26"/>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28" name="Oval 27"/>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Oval 28"/>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29"/>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30"/>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7" name="Title 1"/>
          <p:cNvSpPr>
            <a:spLocks noGrp="1"/>
          </p:cNvSpPr>
          <p:nvPr userDrawn="1">
            <p:ph type="ctrTitle" hasCustomPrompt="1"/>
          </p:nvPr>
        </p:nvSpPr>
        <p:spPr>
          <a:xfrm>
            <a:off x="268514" y="1765300"/>
            <a:ext cx="4374573" cy="1193706"/>
          </a:xfrm>
          <a:prstGeom prst="rect">
            <a:avLst/>
          </a:prstGeom>
          <a:noFill/>
        </p:spPr>
        <p:txBody>
          <a:bodyPr wrap="square" lIns="0" rtlCol="0" anchor="t" anchorCtr="0">
            <a:noAutofit/>
          </a:bodyPr>
          <a:lstStyle>
            <a:lvl1pPr marL="0" algn="l">
              <a:lnSpc>
                <a:spcPct val="98000"/>
              </a:lnSpc>
              <a:tabLst>
                <a:tab pos="457200" algn="l"/>
              </a:tabLst>
              <a:defRPr lang="en-US" sz="34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Tree>
    <p:extLst>
      <p:ext uri="{BB962C8B-B14F-4D97-AF65-F5344CB8AC3E}">
        <p14:creationId xmlns:p14="http://schemas.microsoft.com/office/powerpoint/2010/main" val="2370844782"/>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content with background image ">
    <p:spTree>
      <p:nvGrpSpPr>
        <p:cNvPr id="1" name=""/>
        <p:cNvGrpSpPr/>
        <p:nvPr/>
      </p:nvGrpSpPr>
      <p:grpSpPr>
        <a:xfrm>
          <a:off x="0" y="0"/>
          <a:ext cx="0" cy="0"/>
          <a:chOff x="0" y="0"/>
          <a:chExt cx="0" cy="0"/>
        </a:xfrm>
      </p:grpSpPr>
      <p:sp>
        <p:nvSpPr>
          <p:cNvPr id="14" name="Picture Placeholder 9"/>
          <p:cNvSpPr>
            <a:spLocks noGrp="1"/>
          </p:cNvSpPr>
          <p:nvPr>
            <p:ph type="pic" sz="quarter" idx="16" hasCustomPrompt="1"/>
          </p:nvPr>
        </p:nvSpPr>
        <p:spPr>
          <a:xfrm>
            <a:off x="-1" y="0"/>
            <a:ext cx="9146399" cy="4902200"/>
          </a:xfrm>
          <a:prstGeom prst="rect">
            <a:avLst/>
          </a:prstGeom>
        </p:spPr>
        <p:txBody>
          <a:bodyPr>
            <a:noAutofit/>
          </a:bodyPr>
          <a:lstStyle>
            <a:lvl1pPr marL="0" indent="0" algn="ctr">
              <a:buFontTx/>
              <a:buNone/>
              <a:defRPr sz="16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background image</a:t>
            </a:r>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15" name="Text Placeholder 2"/>
          <p:cNvSpPr>
            <a:spLocks noGrp="1"/>
          </p:cNvSpPr>
          <p:nvPr userDrawn="1">
            <p:ph type="body" sz="quarter" idx="11" hasCustomPrompt="1"/>
          </p:nvPr>
        </p:nvSpPr>
        <p:spPr>
          <a:xfrm>
            <a:off x="277584"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Body copy in 10pt. </a:t>
            </a:r>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17" name="Text Placeholder 2"/>
          <p:cNvSpPr>
            <a:spLocks noGrp="1"/>
          </p:cNvSpPr>
          <p:nvPr>
            <p:ph type="body" sz="quarter" idx="13" hasCustomPrompt="1"/>
          </p:nvPr>
        </p:nvSpPr>
        <p:spPr>
          <a:xfrm>
            <a:off x="3225857"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18" name="Text Placeholder 2"/>
          <p:cNvSpPr>
            <a:spLocks noGrp="1"/>
          </p:cNvSpPr>
          <p:nvPr>
            <p:ph type="body" sz="quarter" idx="14" hasCustomPrompt="1"/>
          </p:nvPr>
        </p:nvSpPr>
        <p:spPr>
          <a:xfrm>
            <a:off x="6174130" y="1278082"/>
            <a:ext cx="2651760" cy="997527"/>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9" name="Rectangle 28"/>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0"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8"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TextBox 38"/>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40"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6" name="Group 25"/>
          <p:cNvGrpSpPr/>
          <p:nvPr userDrawn="1"/>
        </p:nvGrpSpPr>
        <p:grpSpPr>
          <a:xfrm>
            <a:off x="71948" y="4978614"/>
            <a:ext cx="503788" cy="94721"/>
            <a:chOff x="6014087" y="4646472"/>
            <a:chExt cx="503788" cy="94721"/>
          </a:xfrm>
        </p:grpSpPr>
        <p:sp>
          <p:nvSpPr>
            <p:cNvPr id="27" name="Oval 26"/>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28" name="Oval 27"/>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32"/>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33"/>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89424473"/>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Square image">
    <p:spTree>
      <p:nvGrpSpPr>
        <p:cNvPr id="1" name=""/>
        <p:cNvGrpSpPr/>
        <p:nvPr/>
      </p:nvGrpSpPr>
      <p:grpSpPr>
        <a:xfrm>
          <a:off x="0" y="0"/>
          <a:ext cx="0" cy="0"/>
          <a:chOff x="0" y="0"/>
          <a:chExt cx="0" cy="0"/>
        </a:xfrm>
      </p:grpSpPr>
      <p:sp>
        <p:nvSpPr>
          <p:cNvPr id="14" name="Picture Placeholder 9"/>
          <p:cNvSpPr>
            <a:spLocks noGrp="1"/>
          </p:cNvSpPr>
          <p:nvPr>
            <p:ph type="pic" sz="quarter" idx="14" hasCustomPrompt="1"/>
          </p:nvPr>
        </p:nvSpPr>
        <p:spPr>
          <a:xfrm>
            <a:off x="3492565" y="0"/>
            <a:ext cx="5653834" cy="4406900"/>
          </a:xfrm>
          <a:prstGeom prst="rect">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a:t>Click icon to add image</a:t>
            </a:r>
          </a:p>
        </p:txBody>
      </p:sp>
      <p:sp>
        <p:nvSpPr>
          <p:cNvPr id="3" name="Text Placeholder 2"/>
          <p:cNvSpPr>
            <a:spLocks noGrp="1"/>
          </p:cNvSpPr>
          <p:nvPr userDrawn="1">
            <p:ph type="body" sz="quarter" idx="10" hasCustomPrompt="1"/>
          </p:nvPr>
        </p:nvSpPr>
        <p:spPr>
          <a:xfrm>
            <a:off x="277584" y="1295399"/>
            <a:ext cx="226060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Heading</a:t>
            </a:r>
          </a:p>
        </p:txBody>
      </p:sp>
      <p:sp>
        <p:nvSpPr>
          <p:cNvPr id="15" name="Text Placeholder 2"/>
          <p:cNvSpPr>
            <a:spLocks noGrp="1"/>
          </p:cNvSpPr>
          <p:nvPr userDrawn="1">
            <p:ph type="body" sz="quarter" idx="11" hasCustomPrompt="1"/>
          </p:nvPr>
        </p:nvSpPr>
        <p:spPr>
          <a:xfrm>
            <a:off x="277584" y="1674584"/>
            <a:ext cx="2260600" cy="3085101"/>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Body copy in 30pt.Tempus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a:p>
            <a:pPr lvl="0"/>
            <a:endParaRPr lang="en-US"/>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47" name="Title 1"/>
          <p:cNvSpPr>
            <a:spLocks noGrp="1"/>
          </p:cNvSpPr>
          <p:nvPr userDrawn="1">
            <p:ph type="ctrTitle" hasCustomPrompt="1"/>
          </p:nvPr>
        </p:nvSpPr>
        <p:spPr>
          <a:xfrm>
            <a:off x="277583" y="254000"/>
            <a:ext cx="4198723"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38" name="Rectangle 37"/>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9"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48"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TextBox 48"/>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50"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31" name="Group 30"/>
          <p:cNvGrpSpPr/>
          <p:nvPr userDrawn="1"/>
        </p:nvGrpSpPr>
        <p:grpSpPr>
          <a:xfrm>
            <a:off x="71948" y="4978614"/>
            <a:ext cx="503788" cy="94721"/>
            <a:chOff x="6014087" y="4646472"/>
            <a:chExt cx="503788" cy="94721"/>
          </a:xfrm>
        </p:grpSpPr>
        <p:sp>
          <p:nvSpPr>
            <p:cNvPr id="32" name="Oval 31"/>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3" name="Oval 32"/>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33"/>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34"/>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378266619"/>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ircular image">
    <p:spTree>
      <p:nvGrpSpPr>
        <p:cNvPr id="1" name=""/>
        <p:cNvGrpSpPr/>
        <p:nvPr/>
      </p:nvGrpSpPr>
      <p:grpSpPr>
        <a:xfrm>
          <a:off x="0" y="0"/>
          <a:ext cx="0" cy="0"/>
          <a:chOff x="0" y="0"/>
          <a:chExt cx="0" cy="0"/>
        </a:xfrm>
      </p:grpSpPr>
      <p:sp>
        <p:nvSpPr>
          <p:cNvPr id="27" name="Oval 26"/>
          <p:cNvSpPr/>
          <p:nvPr userDrawn="1"/>
        </p:nvSpPr>
        <p:spPr>
          <a:xfrm>
            <a:off x="3886688" y="2623199"/>
            <a:ext cx="2231136" cy="2231136"/>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 name="Text Placeholder 2"/>
          <p:cNvSpPr>
            <a:spLocks noGrp="1"/>
          </p:cNvSpPr>
          <p:nvPr userDrawn="1">
            <p:ph type="body" sz="quarter" idx="10" hasCustomPrompt="1"/>
          </p:nvPr>
        </p:nvSpPr>
        <p:spPr>
          <a:xfrm>
            <a:off x="275770" y="1295399"/>
            <a:ext cx="2260600" cy="2540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Heading</a:t>
            </a:r>
          </a:p>
        </p:txBody>
      </p:sp>
      <p:sp>
        <p:nvSpPr>
          <p:cNvPr id="15" name="Text Placeholder 2"/>
          <p:cNvSpPr>
            <a:spLocks noGrp="1"/>
          </p:cNvSpPr>
          <p:nvPr userDrawn="1">
            <p:ph type="body" sz="quarter" idx="11" hasCustomPrompt="1"/>
          </p:nvPr>
        </p:nvSpPr>
        <p:spPr>
          <a:xfrm>
            <a:off x="275770" y="1674584"/>
            <a:ext cx="2260600" cy="3085101"/>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Body copy in 30pt.Tempus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a:p>
            <a:pPr lvl="0"/>
            <a:endParaRPr lang="en-US"/>
          </a:p>
        </p:txBody>
      </p:sp>
      <p:sp>
        <p:nvSpPr>
          <p:cNvPr id="16" name="Text Placeholder 2"/>
          <p:cNvSpPr>
            <a:spLocks noGrp="1"/>
          </p:cNvSpPr>
          <p:nvPr userDrawn="1">
            <p:ph type="body" sz="quarter" idx="12" hasCustomPrompt="1"/>
          </p:nvPr>
        </p:nvSpPr>
        <p:spPr>
          <a:xfrm>
            <a:off x="275770"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14" name="Picture Placeholder 9"/>
          <p:cNvSpPr>
            <a:spLocks noGrp="1"/>
          </p:cNvSpPr>
          <p:nvPr>
            <p:ph type="pic" sz="quarter" idx="14" hasCustomPrompt="1"/>
          </p:nvPr>
        </p:nvSpPr>
        <p:spPr>
          <a:xfrm>
            <a:off x="4928633" y="584200"/>
            <a:ext cx="4064000" cy="4064000"/>
          </a:xfrm>
          <a:prstGeom prst="ellipse">
            <a:avLst/>
          </a:prstGeom>
        </p:spPr>
        <p:txBody>
          <a:bodyPr>
            <a:noAutofit/>
          </a:bodyPr>
          <a:lstStyle>
            <a:lvl1pPr marL="0" indent="0" algn="ctr">
              <a:buNone/>
              <a:defRPr sz="1600" baseline="0">
                <a:solidFill>
                  <a:schemeClr val="accent2"/>
                </a:solidFill>
                <a:latin typeface="Arial" panose="020B0604020202020204" pitchFamily="34" charset="0"/>
                <a:cs typeface="Arial" panose="020B0604020202020204" pitchFamily="34" charset="0"/>
              </a:defRPr>
            </a:lvl1pPr>
          </a:lstStyle>
          <a:p>
            <a:r>
              <a:rPr lang="en-US"/>
              <a:t>Click icon to add image</a:t>
            </a:r>
          </a:p>
        </p:txBody>
      </p:sp>
      <p:sp>
        <p:nvSpPr>
          <p:cNvPr id="19" name="Title 1"/>
          <p:cNvSpPr>
            <a:spLocks noGrp="1"/>
          </p:cNvSpPr>
          <p:nvPr>
            <p:ph type="ctrTitle" hasCustomPrompt="1"/>
          </p:nvPr>
        </p:nvSpPr>
        <p:spPr>
          <a:xfrm>
            <a:off x="277584" y="254000"/>
            <a:ext cx="5151666"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9" name="Rectangle 28"/>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0"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8"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TextBox 38"/>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40"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6" name="Group 25"/>
          <p:cNvGrpSpPr/>
          <p:nvPr userDrawn="1"/>
        </p:nvGrpSpPr>
        <p:grpSpPr>
          <a:xfrm>
            <a:off x="71948" y="4978614"/>
            <a:ext cx="503788" cy="94721"/>
            <a:chOff x="6014087" y="4646472"/>
            <a:chExt cx="503788" cy="94721"/>
          </a:xfrm>
        </p:grpSpPr>
        <p:sp>
          <p:nvSpPr>
            <p:cNvPr id="28" name="Oval 27"/>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2" name="Oval 31"/>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32"/>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33"/>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34"/>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201013097"/>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Multiple images">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15" name="Text Placeholder 2"/>
          <p:cNvSpPr>
            <a:spLocks noGrp="1"/>
          </p:cNvSpPr>
          <p:nvPr userDrawn="1">
            <p:ph type="body" sz="quarter" idx="11" hasCustomPrompt="1"/>
          </p:nvPr>
        </p:nvSpPr>
        <p:spPr>
          <a:xfrm>
            <a:off x="277584"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Image title</a:t>
            </a:r>
          </a:p>
        </p:txBody>
      </p:sp>
      <p:sp>
        <p:nvSpPr>
          <p:cNvPr id="16" name="Text Placeholder 2"/>
          <p:cNvSpPr>
            <a:spLocks noGrp="1"/>
          </p:cNvSpPr>
          <p:nvPr userDrawn="1">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26" name="Text Placeholder 2"/>
          <p:cNvSpPr>
            <a:spLocks noGrp="1"/>
          </p:cNvSpPr>
          <p:nvPr>
            <p:ph type="body" sz="quarter" idx="13" hasCustomPrompt="1"/>
          </p:nvPr>
        </p:nvSpPr>
        <p:spPr>
          <a:xfrm>
            <a:off x="277584"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a:t>
            </a:r>
          </a:p>
        </p:txBody>
      </p:sp>
      <p:sp>
        <p:nvSpPr>
          <p:cNvPr id="33" name="Text Placeholder 2"/>
          <p:cNvSpPr>
            <a:spLocks noGrp="1"/>
          </p:cNvSpPr>
          <p:nvPr>
            <p:ph type="body" sz="quarter" idx="14" hasCustomPrompt="1"/>
          </p:nvPr>
        </p:nvSpPr>
        <p:spPr>
          <a:xfrm>
            <a:off x="2442487" y="3896489"/>
            <a:ext cx="2051148"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Image title</a:t>
            </a:r>
          </a:p>
        </p:txBody>
      </p:sp>
      <p:sp>
        <p:nvSpPr>
          <p:cNvPr id="34" name="Text Placeholder 2"/>
          <p:cNvSpPr>
            <a:spLocks noGrp="1"/>
          </p:cNvSpPr>
          <p:nvPr>
            <p:ph type="body" sz="quarter" idx="15" hasCustomPrompt="1"/>
          </p:nvPr>
        </p:nvSpPr>
        <p:spPr>
          <a:xfrm>
            <a:off x="2442487" y="4211108"/>
            <a:ext cx="2051148"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a:t>
            </a:r>
          </a:p>
        </p:txBody>
      </p:sp>
      <p:sp>
        <p:nvSpPr>
          <p:cNvPr id="35" name="Text Placeholder 2"/>
          <p:cNvSpPr>
            <a:spLocks noGrp="1"/>
          </p:cNvSpPr>
          <p:nvPr>
            <p:ph type="body" sz="quarter" idx="16" hasCustomPrompt="1"/>
          </p:nvPr>
        </p:nvSpPr>
        <p:spPr>
          <a:xfrm>
            <a:off x="4637095"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Image title</a:t>
            </a:r>
          </a:p>
        </p:txBody>
      </p:sp>
      <p:sp>
        <p:nvSpPr>
          <p:cNvPr id="36" name="Text Placeholder 2"/>
          <p:cNvSpPr>
            <a:spLocks noGrp="1"/>
          </p:cNvSpPr>
          <p:nvPr>
            <p:ph type="body" sz="quarter" idx="17" hasCustomPrompt="1"/>
          </p:nvPr>
        </p:nvSpPr>
        <p:spPr>
          <a:xfrm>
            <a:off x="4637095"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a:t>
            </a:r>
          </a:p>
        </p:txBody>
      </p:sp>
      <p:sp>
        <p:nvSpPr>
          <p:cNvPr id="37" name="Text Placeholder 2"/>
          <p:cNvSpPr>
            <a:spLocks noGrp="1"/>
          </p:cNvSpPr>
          <p:nvPr>
            <p:ph type="body" sz="quarter" idx="18" hasCustomPrompt="1"/>
          </p:nvPr>
        </p:nvSpPr>
        <p:spPr>
          <a:xfrm>
            <a:off x="6842025" y="3896489"/>
            <a:ext cx="2061471" cy="184150"/>
          </a:xfrm>
        </p:spPr>
        <p:txBody>
          <a:bodyPr anchor="ctr" anchorCtr="0"/>
          <a:lstStyle>
            <a:lvl1pPr marL="0" indent="0" algn="l" defTabSz="1828800" rtl="0" eaLnBrk="1" latinLnBrk="0" hangingPunct="1">
              <a:lnSpc>
                <a:spcPct val="100000"/>
              </a:lnSpc>
              <a:spcBef>
                <a:spcPts val="6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Image title</a:t>
            </a:r>
          </a:p>
        </p:txBody>
      </p:sp>
      <p:sp>
        <p:nvSpPr>
          <p:cNvPr id="38" name="Text Placeholder 2"/>
          <p:cNvSpPr>
            <a:spLocks noGrp="1"/>
          </p:cNvSpPr>
          <p:nvPr>
            <p:ph type="body" sz="quarter" idx="19" hasCustomPrompt="1"/>
          </p:nvPr>
        </p:nvSpPr>
        <p:spPr>
          <a:xfrm>
            <a:off x="6842025" y="4211108"/>
            <a:ext cx="2061471" cy="671315"/>
          </a:xfrm>
        </p:spPr>
        <p:txBody>
          <a:bodyPr tIns="0" b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a:t>
            </a:r>
          </a:p>
        </p:txBody>
      </p:sp>
      <p:sp>
        <p:nvSpPr>
          <p:cNvPr id="25" name="Picture Placeholder 9"/>
          <p:cNvSpPr>
            <a:spLocks noGrp="1"/>
          </p:cNvSpPr>
          <p:nvPr>
            <p:ph type="pic" sz="quarter" idx="24" hasCustomPrompt="1"/>
          </p:nvPr>
        </p:nvSpPr>
        <p:spPr>
          <a:xfrm>
            <a:off x="277584"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color image</a:t>
            </a:r>
          </a:p>
        </p:txBody>
      </p:sp>
      <p:sp>
        <p:nvSpPr>
          <p:cNvPr id="27" name="Picture Placeholder 9"/>
          <p:cNvSpPr>
            <a:spLocks noGrp="1"/>
          </p:cNvSpPr>
          <p:nvPr>
            <p:ph type="pic" sz="quarter" idx="25" hasCustomPrompt="1"/>
          </p:nvPr>
        </p:nvSpPr>
        <p:spPr>
          <a:xfrm>
            <a:off x="2442487"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color image</a:t>
            </a:r>
          </a:p>
        </p:txBody>
      </p:sp>
      <p:sp>
        <p:nvSpPr>
          <p:cNvPr id="28" name="Picture Placeholder 9"/>
          <p:cNvSpPr>
            <a:spLocks noGrp="1"/>
          </p:cNvSpPr>
          <p:nvPr>
            <p:ph type="pic" sz="quarter" idx="26" hasCustomPrompt="1"/>
          </p:nvPr>
        </p:nvSpPr>
        <p:spPr>
          <a:xfrm>
            <a:off x="4647418"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color image</a:t>
            </a:r>
          </a:p>
        </p:txBody>
      </p:sp>
      <p:sp>
        <p:nvSpPr>
          <p:cNvPr id="29" name="Picture Placeholder 9"/>
          <p:cNvSpPr>
            <a:spLocks noGrp="1"/>
          </p:cNvSpPr>
          <p:nvPr>
            <p:ph type="pic" sz="quarter" idx="27" hasCustomPrompt="1"/>
          </p:nvPr>
        </p:nvSpPr>
        <p:spPr>
          <a:xfrm>
            <a:off x="6852349" y="1701800"/>
            <a:ext cx="2057400" cy="2057400"/>
          </a:xfrm>
          <a:prstGeom prst="rect">
            <a:avLst/>
          </a:prstGeom>
        </p:spPr>
        <p:txBody>
          <a:bodyPr>
            <a:noAutofit/>
          </a:bodyPr>
          <a:lstStyle>
            <a:lvl1pPr marL="0" indent="0" algn="ctr">
              <a:buFontTx/>
              <a:buNone/>
              <a:defRPr sz="12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color image</a:t>
            </a:r>
          </a:p>
        </p:txBody>
      </p:sp>
      <p:sp>
        <p:nvSpPr>
          <p:cNvPr id="43" name="Rectangle 42"/>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5"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53"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TextBox 53"/>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55"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cxnSp>
        <p:nvCxnSpPr>
          <p:cNvPr id="42"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userDrawn="1"/>
        </p:nvGrpSpPr>
        <p:grpSpPr>
          <a:xfrm>
            <a:off x="71948" y="4978614"/>
            <a:ext cx="503788" cy="94721"/>
            <a:chOff x="6014087" y="4646472"/>
            <a:chExt cx="503788" cy="94721"/>
          </a:xfrm>
        </p:grpSpPr>
        <p:sp>
          <p:nvSpPr>
            <p:cNvPr id="48" name="Oval 47"/>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49" name="Oval 48"/>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Oval 49"/>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Oval 50"/>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51"/>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02329290"/>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Bullet points and image">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4" name="Text Placeholder 38"/>
          <p:cNvSpPr>
            <a:spLocks noGrp="1"/>
          </p:cNvSpPr>
          <p:nvPr>
            <p:ph type="body" sz="quarter" idx="15" hasCustomPrompt="1"/>
          </p:nvPr>
        </p:nvSpPr>
        <p:spPr>
          <a:xfrm>
            <a:off x="203199" y="2806142"/>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1</a:t>
            </a:r>
          </a:p>
        </p:txBody>
      </p:sp>
      <p:sp>
        <p:nvSpPr>
          <p:cNvPr id="27" name="Text Placeholder 2"/>
          <p:cNvSpPr>
            <a:spLocks noGrp="1"/>
          </p:cNvSpPr>
          <p:nvPr>
            <p:ph type="body" sz="quarter" idx="11" hasCustomPrompt="1"/>
          </p:nvPr>
        </p:nvSpPr>
        <p:spPr>
          <a:xfrm>
            <a:off x="579281" y="2903314"/>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Duis rutrum vestibulum ornare. Integer cursus eu elit mollis suscipit</a:t>
            </a:r>
          </a:p>
        </p:txBody>
      </p:sp>
      <p:sp>
        <p:nvSpPr>
          <p:cNvPr id="28" name="Text Placeholder 38"/>
          <p:cNvSpPr>
            <a:spLocks noGrp="1"/>
          </p:cNvSpPr>
          <p:nvPr>
            <p:ph type="body" sz="quarter" idx="16" hasCustomPrompt="1"/>
          </p:nvPr>
        </p:nvSpPr>
        <p:spPr>
          <a:xfrm>
            <a:off x="2794448" y="2806142"/>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3</a:t>
            </a:r>
          </a:p>
        </p:txBody>
      </p:sp>
      <p:sp>
        <p:nvSpPr>
          <p:cNvPr id="29" name="Text Placeholder 2"/>
          <p:cNvSpPr>
            <a:spLocks noGrp="1"/>
          </p:cNvSpPr>
          <p:nvPr>
            <p:ph type="body" sz="quarter" idx="17" hasCustomPrompt="1"/>
          </p:nvPr>
        </p:nvSpPr>
        <p:spPr>
          <a:xfrm>
            <a:off x="3170530" y="2687409"/>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Bullet point</a:t>
            </a:r>
          </a:p>
        </p:txBody>
      </p:sp>
      <p:sp>
        <p:nvSpPr>
          <p:cNvPr id="30" name="Text Placeholder 2"/>
          <p:cNvSpPr>
            <a:spLocks noGrp="1"/>
          </p:cNvSpPr>
          <p:nvPr>
            <p:ph type="body" sz="quarter" idx="18" hasCustomPrompt="1"/>
          </p:nvPr>
        </p:nvSpPr>
        <p:spPr>
          <a:xfrm>
            <a:off x="3170530" y="2903314"/>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Duis rutrum vestibulum ornare. Integer cursus eu elit mollis suscipit</a:t>
            </a:r>
          </a:p>
        </p:txBody>
      </p:sp>
      <p:sp>
        <p:nvSpPr>
          <p:cNvPr id="31" name="Text Placeholder 38"/>
          <p:cNvSpPr>
            <a:spLocks noGrp="1"/>
          </p:cNvSpPr>
          <p:nvPr>
            <p:ph type="body" sz="quarter" idx="19" hasCustomPrompt="1"/>
          </p:nvPr>
        </p:nvSpPr>
        <p:spPr>
          <a:xfrm>
            <a:off x="203199" y="389003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2</a:t>
            </a:r>
          </a:p>
        </p:txBody>
      </p:sp>
      <p:sp>
        <p:nvSpPr>
          <p:cNvPr id="32" name="Text Placeholder 2"/>
          <p:cNvSpPr>
            <a:spLocks noGrp="1"/>
          </p:cNvSpPr>
          <p:nvPr>
            <p:ph type="body" sz="quarter" idx="20" hasCustomPrompt="1"/>
          </p:nvPr>
        </p:nvSpPr>
        <p:spPr>
          <a:xfrm>
            <a:off x="579281" y="3771297"/>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Bullet point</a:t>
            </a:r>
          </a:p>
        </p:txBody>
      </p:sp>
      <p:sp>
        <p:nvSpPr>
          <p:cNvPr id="43" name="Text Placeholder 2"/>
          <p:cNvSpPr>
            <a:spLocks noGrp="1"/>
          </p:cNvSpPr>
          <p:nvPr>
            <p:ph type="body" sz="quarter" idx="21" hasCustomPrompt="1"/>
          </p:nvPr>
        </p:nvSpPr>
        <p:spPr>
          <a:xfrm>
            <a:off x="579281" y="3987202"/>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Duis rutrum vestibulum ornare. Integer cursus eu elit mollis suscipit</a:t>
            </a:r>
          </a:p>
        </p:txBody>
      </p:sp>
      <p:sp>
        <p:nvSpPr>
          <p:cNvPr id="44" name="Text Placeholder 38"/>
          <p:cNvSpPr>
            <a:spLocks noGrp="1"/>
          </p:cNvSpPr>
          <p:nvPr>
            <p:ph type="body" sz="quarter" idx="22" hasCustomPrompt="1"/>
          </p:nvPr>
        </p:nvSpPr>
        <p:spPr>
          <a:xfrm>
            <a:off x="2794448" y="389003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4</a:t>
            </a:r>
          </a:p>
        </p:txBody>
      </p:sp>
      <p:sp>
        <p:nvSpPr>
          <p:cNvPr id="45" name="Text Placeholder 2"/>
          <p:cNvSpPr>
            <a:spLocks noGrp="1"/>
          </p:cNvSpPr>
          <p:nvPr>
            <p:ph type="body" sz="quarter" idx="23" hasCustomPrompt="1"/>
          </p:nvPr>
        </p:nvSpPr>
        <p:spPr>
          <a:xfrm>
            <a:off x="3170530" y="3771297"/>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Bullet point</a:t>
            </a:r>
          </a:p>
        </p:txBody>
      </p:sp>
      <p:sp>
        <p:nvSpPr>
          <p:cNvPr id="46" name="Text Placeholder 2"/>
          <p:cNvSpPr>
            <a:spLocks noGrp="1"/>
          </p:cNvSpPr>
          <p:nvPr>
            <p:ph type="body" sz="quarter" idx="24" hasCustomPrompt="1"/>
          </p:nvPr>
        </p:nvSpPr>
        <p:spPr>
          <a:xfrm>
            <a:off x="3170530" y="3987202"/>
            <a:ext cx="2089075" cy="390893"/>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Duis rutrum vestibulum ornare. Integer cursus eu elit mollis suscipit</a:t>
            </a:r>
          </a:p>
        </p:txBody>
      </p:sp>
      <p:sp>
        <p:nvSpPr>
          <p:cNvPr id="48" name="Text Placeholder 2"/>
          <p:cNvSpPr>
            <a:spLocks noGrp="1"/>
          </p:cNvSpPr>
          <p:nvPr>
            <p:ph type="body" sz="quarter" idx="10" hasCustomPrompt="1"/>
          </p:nvPr>
        </p:nvSpPr>
        <p:spPr>
          <a:xfrm>
            <a:off x="277584" y="1295399"/>
            <a:ext cx="5056406" cy="6858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a:t>
            </a:r>
          </a:p>
        </p:txBody>
      </p:sp>
      <p:sp>
        <p:nvSpPr>
          <p:cNvPr id="49" name="Text Placeholder 2"/>
          <p:cNvSpPr>
            <a:spLocks noGrp="1"/>
          </p:cNvSpPr>
          <p:nvPr>
            <p:ph type="body" sz="quarter" idx="25" hasCustomPrompt="1"/>
          </p:nvPr>
        </p:nvSpPr>
        <p:spPr>
          <a:xfrm>
            <a:off x="579281" y="2687409"/>
            <a:ext cx="2089075"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Bullet point</a:t>
            </a:r>
          </a:p>
        </p:txBody>
      </p:sp>
      <p:sp>
        <p:nvSpPr>
          <p:cNvPr id="33" name="Picture Placeholder 9"/>
          <p:cNvSpPr>
            <a:spLocks noGrp="1"/>
          </p:cNvSpPr>
          <p:nvPr>
            <p:ph type="pic" sz="quarter" idx="27" hasCustomPrompt="1"/>
          </p:nvPr>
        </p:nvSpPr>
        <p:spPr>
          <a:xfrm>
            <a:off x="5562599" y="254000"/>
            <a:ext cx="3583799" cy="4572000"/>
          </a:xfrm>
          <a:prstGeom prst="rect">
            <a:avLst/>
          </a:prstGeom>
        </p:spPr>
        <p:txBody>
          <a:bodyPr>
            <a:noAutofit/>
          </a:bodyPr>
          <a:lstStyle>
            <a:lvl1pPr marL="0" indent="0" algn="ctr">
              <a:buFontTx/>
              <a:buNone/>
              <a:defRPr sz="1400" baseline="0">
                <a:solidFill>
                  <a:schemeClr val="accent2"/>
                </a:solidFill>
                <a:latin typeface="Arial" panose="020B0604020202020204" pitchFamily="34" charset="0"/>
                <a:cs typeface="Arial" panose="020B0604020202020204" pitchFamily="34" charset="0"/>
              </a:defRPr>
            </a:lvl1pPr>
          </a:lstStyle>
          <a:p>
            <a:pPr marL="0" lvl="0" indent="0" algn="ctr">
              <a:buFontTx/>
              <a:buNone/>
            </a:pPr>
            <a:r>
              <a:rPr lang="en-US"/>
              <a:t>Click icon to add image</a:t>
            </a:r>
          </a:p>
        </p:txBody>
      </p:sp>
      <p:sp>
        <p:nvSpPr>
          <p:cNvPr id="34"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50" name="Rectangle 49"/>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1"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59"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TextBox 59"/>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61"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41" name="Group 40"/>
          <p:cNvGrpSpPr/>
          <p:nvPr userDrawn="1"/>
        </p:nvGrpSpPr>
        <p:grpSpPr>
          <a:xfrm>
            <a:off x="71948" y="4978614"/>
            <a:ext cx="503788" cy="94721"/>
            <a:chOff x="6014087" y="4646472"/>
            <a:chExt cx="503788" cy="94721"/>
          </a:xfrm>
        </p:grpSpPr>
        <p:sp>
          <p:nvSpPr>
            <p:cNvPr id="42" name="Oval 41"/>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53" name="Oval 52"/>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Oval 53"/>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Oval 54"/>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Oval 55"/>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47661203"/>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33" name="Oval 32"/>
          <p:cNvSpPr/>
          <p:nvPr userDrawn="1"/>
        </p:nvSpPr>
        <p:spPr>
          <a:xfrm>
            <a:off x="-1317287" y="154716"/>
            <a:ext cx="4808884" cy="4808884"/>
          </a:xfrm>
          <a:prstGeom prst="ellipse">
            <a:avLst/>
          </a:prstGeom>
          <a:solidFill>
            <a:schemeClr val="accent4">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7" name="Title 1"/>
          <p:cNvSpPr>
            <a:spLocks noGrp="1"/>
          </p:cNvSpPr>
          <p:nvPr userDrawn="1">
            <p:ph type="ctrTitle" hasCustomPrompt="1"/>
          </p:nvPr>
        </p:nvSpPr>
        <p:spPr>
          <a:xfrm>
            <a:off x="275769"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Add a quote</a:t>
            </a:r>
            <a:br>
              <a:rPr lang="en-US"/>
            </a:br>
            <a:r>
              <a:rPr lang="en-US"/>
              <a:t>below</a:t>
            </a:r>
          </a:p>
        </p:txBody>
      </p:sp>
      <p:sp>
        <p:nvSpPr>
          <p:cNvPr id="48" name="Text Placeholder 2"/>
          <p:cNvSpPr>
            <a:spLocks noGrp="1"/>
          </p:cNvSpPr>
          <p:nvPr>
            <p:ph type="body" sz="quarter" idx="10" hasCustomPrompt="1"/>
          </p:nvPr>
        </p:nvSpPr>
        <p:spPr>
          <a:xfrm>
            <a:off x="275769" y="2184399"/>
            <a:ext cx="3794374" cy="8763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a:t>
            </a:r>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p:txBody>
      </p:sp>
      <p:sp>
        <p:nvSpPr>
          <p:cNvPr id="25" name="Text Placeholder 2"/>
          <p:cNvSpPr>
            <a:spLocks noGrp="1"/>
          </p:cNvSpPr>
          <p:nvPr>
            <p:ph type="body" sz="quarter" idx="11" hasCustomPrompt="1"/>
          </p:nvPr>
        </p:nvSpPr>
        <p:spPr>
          <a:xfrm>
            <a:off x="275769" y="3174999"/>
            <a:ext cx="3794374" cy="203202"/>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Author name</a:t>
            </a:r>
          </a:p>
        </p:txBody>
      </p:sp>
      <p:sp>
        <p:nvSpPr>
          <p:cNvPr id="26" name="Text Placeholder 2"/>
          <p:cNvSpPr>
            <a:spLocks noGrp="1"/>
          </p:cNvSpPr>
          <p:nvPr>
            <p:ph type="body" sz="quarter" idx="12" hasCustomPrompt="1"/>
          </p:nvPr>
        </p:nvSpPr>
        <p:spPr>
          <a:xfrm>
            <a:off x="4455886" y="2184399"/>
            <a:ext cx="4428402" cy="1850572"/>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1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p:txBody>
      </p:sp>
      <p:sp>
        <p:nvSpPr>
          <p:cNvPr id="23" name="Rectangle 22"/>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4"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5"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TextBox 35"/>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37"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0" name="Oval 29"/>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30"/>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Oval 33"/>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7247311"/>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Tabl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3" name="Text Placeholder 2"/>
          <p:cNvSpPr>
            <a:spLocks noGrp="1"/>
          </p:cNvSpPr>
          <p:nvPr>
            <p:ph type="body" sz="quarter" idx="10" hasCustomPrompt="1"/>
          </p:nvPr>
        </p:nvSpPr>
        <p:spPr>
          <a:xfrm>
            <a:off x="277584" y="1295399"/>
            <a:ext cx="3556000" cy="475344"/>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4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Small table with optional highlight column</a:t>
            </a:r>
          </a:p>
        </p:txBody>
      </p:sp>
      <p:sp>
        <p:nvSpPr>
          <p:cNvPr id="15" name="Text Placeholder 2"/>
          <p:cNvSpPr>
            <a:spLocks noGrp="1"/>
          </p:cNvSpPr>
          <p:nvPr>
            <p:ph type="body" sz="quarter" idx="11" hasCustomPrompt="1"/>
          </p:nvPr>
        </p:nvSpPr>
        <p:spPr>
          <a:xfrm>
            <a:off x="277584" y="1861147"/>
            <a:ext cx="3556000" cy="2826742"/>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endParaRPr lang="en-US"/>
          </a:p>
        </p:txBody>
      </p:sp>
      <p:sp>
        <p:nvSpPr>
          <p:cNvPr id="1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4" name="Table Placeholder 3"/>
          <p:cNvSpPr>
            <a:spLocks noGrp="1"/>
          </p:cNvSpPr>
          <p:nvPr>
            <p:ph type="tbl" sz="quarter" idx="13" hasCustomPrompt="1"/>
          </p:nvPr>
        </p:nvSpPr>
        <p:spPr>
          <a:xfrm>
            <a:off x="4035425" y="1295400"/>
            <a:ext cx="4868070" cy="3392488"/>
          </a:xfrm>
        </p:spPr>
        <p:txBody>
          <a:bodyPr/>
          <a:lstStyle>
            <a:lvl1pPr marL="0" indent="0" algn="ctr">
              <a:buNone/>
              <a:defRPr sz="1400">
                <a:latin typeface="Arial" panose="020B0604020202020204" pitchFamily="34" charset="0"/>
                <a:cs typeface="Arial" panose="020B0604020202020204" pitchFamily="34" charset="0"/>
              </a:defRPr>
            </a:lvl1pPr>
          </a:lstStyle>
          <a:p>
            <a:r>
              <a:rPr lang="en-US"/>
              <a:t>Click to add table</a:t>
            </a:r>
          </a:p>
        </p:txBody>
      </p:sp>
      <p:sp>
        <p:nvSpPr>
          <p:cNvPr id="25" name="Rectangle 24"/>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4"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TextBox 34"/>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36"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71948" y="4978614"/>
            <a:ext cx="503788" cy="94721"/>
            <a:chOff x="6014087" y="4646472"/>
            <a:chExt cx="503788" cy="94721"/>
          </a:xfrm>
        </p:grpSpPr>
        <p:sp>
          <p:nvSpPr>
            <p:cNvPr id="29" name="Oval 28"/>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0" name="Oval 29"/>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30"/>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Oval 32"/>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973909853"/>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Graph ">
    <p:bg>
      <p:bgPr>
        <a:solidFill>
          <a:schemeClr val="bg1"/>
        </a:solidFill>
        <a:effectLst/>
      </p:bgPr>
    </p:bg>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52451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15" name="Text Placeholder 2"/>
          <p:cNvSpPr>
            <a:spLocks noGrp="1"/>
          </p:cNvSpPr>
          <p:nvPr>
            <p:ph type="body" sz="quarter" idx="11" hasCustomPrompt="1"/>
          </p:nvPr>
        </p:nvSpPr>
        <p:spPr>
          <a:xfrm>
            <a:off x="277584" y="1295400"/>
            <a:ext cx="3556000" cy="3392489"/>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endParaRPr lang="en-US"/>
          </a:p>
          <a:p>
            <a:pPr lvl="0"/>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a:t>
            </a:r>
            <a:r>
              <a:rPr lang="en-US" err="1"/>
              <a:t>maximus</a:t>
            </a:r>
            <a:r>
              <a:rPr lang="en-US"/>
              <a:t>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endParaRPr lang="en-US"/>
          </a:p>
        </p:txBody>
      </p:sp>
      <p:sp>
        <p:nvSpPr>
          <p:cNvPr id="17" name="Chart Placeholder 2"/>
          <p:cNvSpPr>
            <a:spLocks noGrp="1"/>
          </p:cNvSpPr>
          <p:nvPr>
            <p:ph type="chart" sz="quarter" idx="14" hasCustomPrompt="1"/>
          </p:nvPr>
        </p:nvSpPr>
        <p:spPr>
          <a:xfrm>
            <a:off x="4035425" y="1295400"/>
            <a:ext cx="4868070" cy="3392488"/>
          </a:xfrm>
        </p:spPr>
        <p:txBody>
          <a:bodyPr/>
          <a:lstStyle>
            <a:lvl1pPr marL="1714500" marR="0" indent="0" algn="ctr" defTabSz="457200" rtl="0" eaLnBrk="1" fontAlgn="auto" latinLnBrk="0" hangingPunct="1">
              <a:lnSpc>
                <a:spcPct val="100000"/>
              </a:lnSpc>
              <a:spcBef>
                <a:spcPts val="600"/>
              </a:spcBef>
              <a:spcAft>
                <a:spcPts val="0"/>
              </a:spcAft>
              <a:buClr>
                <a:srgbClr val="00B0F0"/>
              </a:buClr>
              <a:buSzTx/>
              <a:buFont typeface="Wingdings" pitchFamily="2" charset="2"/>
              <a:buNone/>
              <a:tabLst/>
              <a:defRPr sz="1400">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a:pPr>
            <a:r>
              <a:rPr lang="en-US"/>
              <a:t>Click to add chart/graph</a:t>
            </a:r>
          </a:p>
        </p:txBody>
      </p:sp>
      <p:sp>
        <p:nvSpPr>
          <p:cNvPr id="13"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26" name="Rectangle 25"/>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7"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5"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TextBox 35"/>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37"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4" name="Group 23"/>
          <p:cNvGrpSpPr/>
          <p:nvPr userDrawn="1"/>
        </p:nvGrpSpPr>
        <p:grpSpPr>
          <a:xfrm>
            <a:off x="71948" y="4978614"/>
            <a:ext cx="503788" cy="94721"/>
            <a:chOff x="6014087" y="4646472"/>
            <a:chExt cx="503788" cy="94721"/>
          </a:xfrm>
        </p:grpSpPr>
        <p:sp>
          <p:nvSpPr>
            <p:cNvPr id="25" name="Oval 24"/>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29" name="Oval 28"/>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29"/>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30"/>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2687545"/>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SmartArt">
    <p:bg>
      <p:bgPr>
        <a:solidFill>
          <a:schemeClr val="bg1"/>
        </a:solidFill>
        <a:effectLst/>
      </p:bgPr>
    </p:bg>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7584" y="254000"/>
            <a:ext cx="4902200" cy="914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15" name="Text Placeholder 2"/>
          <p:cNvSpPr>
            <a:spLocks noGrp="1"/>
          </p:cNvSpPr>
          <p:nvPr>
            <p:ph type="body" sz="quarter" idx="11" hasCustomPrompt="1"/>
          </p:nvPr>
        </p:nvSpPr>
        <p:spPr>
          <a:xfrm>
            <a:off x="277584" y="1295401"/>
            <a:ext cx="4673600" cy="3061446"/>
          </a:xfrm>
        </p:spPr>
        <p:txBody>
          <a:bodyPr numCol="2" spcCol="274320"/>
          <a:lstStyle>
            <a:lvl1pPr marL="0" indent="0" algn="l" defTabSz="1828800" rtl="0" eaLnBrk="1" latinLnBrk="0" hangingPunct="1">
              <a:lnSpc>
                <a:spcPct val="100000"/>
              </a:lnSpc>
              <a:spcBef>
                <a:spcPts val="600"/>
              </a:spcBef>
              <a:spcAft>
                <a:spcPts val="600"/>
              </a:spcAft>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Two column body copy in size 10pt or 8pt as minimum.</a:t>
            </a:r>
          </a:p>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a:p>
            <a:pPr lvl="0"/>
            <a:r>
              <a:rPr lang="en-US" err="1"/>
              <a:t>Aenean</a:t>
            </a:r>
            <a:r>
              <a:rPr lang="en-US"/>
              <a:t> </a:t>
            </a:r>
            <a:r>
              <a:rPr lang="en-US" err="1"/>
              <a:t>lacus</a:t>
            </a:r>
            <a:r>
              <a:rPr lang="en-US"/>
              <a:t> </a:t>
            </a:r>
            <a:r>
              <a:rPr lang="en-US" err="1"/>
              <a:t>arcu</a:t>
            </a:r>
            <a:r>
              <a:rPr lang="en-US"/>
              <a: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 </a:t>
            </a:r>
          </a:p>
          <a:p>
            <a:pPr lvl="0"/>
            <a:r>
              <a:rPr lang="en-US" err="1"/>
              <a:t>Donec</a:t>
            </a:r>
            <a:r>
              <a:rPr lang="en-US"/>
              <a:t> maximus pharetra </a:t>
            </a:r>
            <a:r>
              <a:rPr lang="en-US" err="1"/>
              <a:t>sapien</a:t>
            </a:r>
            <a:r>
              <a:rPr lang="en-US"/>
              <a:t> sit </a:t>
            </a:r>
            <a:r>
              <a:rPr lang="en-US" err="1"/>
              <a:t>amet</a:t>
            </a:r>
            <a:r>
              <a:rPr lang="en-US"/>
              <a:t> </a:t>
            </a:r>
            <a:r>
              <a:rPr lang="en-US" err="1"/>
              <a:t>rhoncus</a:t>
            </a:r>
            <a:r>
              <a:rPr lang="en-US"/>
              <a:t>. </a:t>
            </a:r>
            <a:r>
              <a:rPr lang="en-US" err="1"/>
              <a:t>Vestibulum</a:t>
            </a:r>
            <a:r>
              <a:rPr lang="en-US"/>
              <a:t> </a:t>
            </a:r>
            <a:r>
              <a:rPr lang="en-US" err="1"/>
              <a:t>consequat</a:t>
            </a:r>
            <a:r>
              <a:rPr lang="en-US"/>
              <a:t> ligula </a:t>
            </a:r>
            <a:r>
              <a:rPr lang="en-US" err="1"/>
              <a:t>nunc</a:t>
            </a:r>
            <a:r>
              <a:rPr lang="en-US"/>
              <a:t>, ac </a:t>
            </a:r>
            <a:r>
              <a:rPr lang="en-US" err="1"/>
              <a:t>auctor</a:t>
            </a:r>
            <a:r>
              <a:rPr lang="en-US"/>
              <a:t> </a:t>
            </a:r>
            <a:r>
              <a:rPr lang="en-US" err="1"/>
              <a:t>massa</a:t>
            </a:r>
            <a:r>
              <a:rPr lang="en-US"/>
              <a:t> </a:t>
            </a:r>
            <a:r>
              <a:rPr lang="en-US" err="1"/>
              <a:t>luctus</a:t>
            </a:r>
            <a:r>
              <a:rPr lang="en-US"/>
              <a:t> a. </a:t>
            </a:r>
            <a:r>
              <a:rPr lang="en-US" err="1"/>
              <a:t>Suspendisse</a:t>
            </a:r>
            <a:r>
              <a:rPr lang="en-US"/>
              <a:t> ex mi, </a:t>
            </a:r>
            <a:r>
              <a:rPr lang="en-US" err="1"/>
              <a:t>imperdiet</a:t>
            </a:r>
            <a:r>
              <a:rPr lang="en-US"/>
              <a:t> et </a:t>
            </a:r>
            <a:r>
              <a:rPr lang="en-US" err="1"/>
              <a:t>risus</a:t>
            </a:r>
            <a:r>
              <a:rPr lang="en-US"/>
              <a:t> </a:t>
            </a:r>
            <a:r>
              <a:rPr lang="en-US" err="1"/>
              <a:t>tincidunt</a:t>
            </a:r>
            <a:r>
              <a:rPr lang="en-US"/>
              <a:t>, </a:t>
            </a:r>
            <a:r>
              <a:rPr lang="en-US" err="1"/>
              <a:t>varius</a:t>
            </a:r>
            <a:r>
              <a:rPr lang="en-US"/>
              <a:t> </a:t>
            </a:r>
            <a:r>
              <a:rPr lang="en-US" err="1"/>
              <a:t>viverra</a:t>
            </a:r>
            <a:r>
              <a:rPr lang="en-US"/>
              <a:t> lorem.</a:t>
            </a:r>
          </a:p>
        </p:txBody>
      </p:sp>
      <p:sp>
        <p:nvSpPr>
          <p:cNvPr id="1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3" name="SmartArt Placeholder 2"/>
          <p:cNvSpPr>
            <a:spLocks noGrp="1"/>
          </p:cNvSpPr>
          <p:nvPr>
            <p:ph type="dgm" sz="quarter" idx="13" hasCustomPrompt="1"/>
          </p:nvPr>
        </p:nvSpPr>
        <p:spPr>
          <a:xfrm>
            <a:off x="5225143" y="696913"/>
            <a:ext cx="3659145" cy="3933825"/>
          </a:xfrm>
        </p:spPr>
        <p:txBody>
          <a:bodyPr/>
          <a:lstStyle>
            <a:lvl1pPr marL="0" indent="0" algn="ctr">
              <a:buNone/>
              <a:defRPr sz="1400">
                <a:latin typeface="Arial" panose="020B0604020202020204" pitchFamily="34" charset="0"/>
                <a:cs typeface="Arial" panose="020B0604020202020204" pitchFamily="34" charset="0"/>
              </a:defRPr>
            </a:lvl1pPr>
          </a:lstStyle>
          <a:p>
            <a:r>
              <a:rPr lang="en-US"/>
              <a:t>Click to add Infographics/SmartArt</a:t>
            </a:r>
          </a:p>
        </p:txBody>
      </p:sp>
      <p:sp>
        <p:nvSpPr>
          <p:cNvPr id="25" name="Rectangle 24"/>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26"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34"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TextBox 34"/>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36"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24" name="Group 23"/>
          <p:cNvGrpSpPr/>
          <p:nvPr userDrawn="1"/>
        </p:nvGrpSpPr>
        <p:grpSpPr>
          <a:xfrm>
            <a:off x="71948" y="4978614"/>
            <a:ext cx="503788" cy="94721"/>
            <a:chOff x="6014087" y="4646472"/>
            <a:chExt cx="503788" cy="94721"/>
          </a:xfrm>
        </p:grpSpPr>
        <p:sp>
          <p:nvSpPr>
            <p:cNvPr id="28" name="Oval 27"/>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29" name="Oval 28"/>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Oval 29"/>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Oval 30"/>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Oval 31"/>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11631598"/>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Map">
    <p:spTree>
      <p:nvGrpSpPr>
        <p:cNvPr id="1" name=""/>
        <p:cNvGrpSpPr/>
        <p:nvPr/>
      </p:nvGrpSpPr>
      <p:grpSpPr>
        <a:xfrm>
          <a:off x="0" y="0"/>
          <a:ext cx="0" cy="0"/>
          <a:chOff x="0" y="0"/>
          <a:chExt cx="0" cy="0"/>
        </a:xfrm>
      </p:grpSpPr>
      <p:sp>
        <p:nvSpPr>
          <p:cNvPr id="47" name="Title 1"/>
          <p:cNvSpPr>
            <a:spLocks noGrp="1"/>
          </p:cNvSpPr>
          <p:nvPr userDrawn="1">
            <p:ph type="ctrTitle" hasCustomPrompt="1"/>
          </p:nvPr>
        </p:nvSpPr>
        <p:spPr>
          <a:xfrm>
            <a:off x="278130" y="254000"/>
            <a:ext cx="5245100" cy="5207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Map</a:t>
            </a:r>
          </a:p>
        </p:txBody>
      </p:sp>
      <p:sp>
        <p:nvSpPr>
          <p:cNvPr id="15" name="Text Placeholder 2"/>
          <p:cNvSpPr>
            <a:spLocks noGrp="1"/>
          </p:cNvSpPr>
          <p:nvPr userDrawn="1">
            <p:ph type="body" sz="quarter" idx="11" hasCustomPrompt="1"/>
          </p:nvPr>
        </p:nvSpPr>
        <p:spPr>
          <a:xfrm>
            <a:off x="287198" y="874485"/>
            <a:ext cx="4025901" cy="943164"/>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Body copy in 12pt. 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16" name="Text Placeholder 2"/>
          <p:cNvSpPr>
            <a:spLocks noGrp="1"/>
          </p:cNvSpPr>
          <p:nvPr userDrawn="1">
            <p:ph type="body" sz="quarter" idx="12" hasCustomPrompt="1"/>
          </p:nvPr>
        </p:nvSpPr>
        <p:spPr>
          <a:xfrm>
            <a:off x="278130"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pic>
        <p:nvPicPr>
          <p:cNvPr id="17" name="Map.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506559" y="542375"/>
            <a:ext cx="4720038" cy="3115225"/>
          </a:xfrm>
          <a:prstGeom prst="rect">
            <a:avLst/>
          </a:prstGeom>
          <a:ln w="12700">
            <a:miter lim="400000"/>
          </a:ln>
        </p:spPr>
      </p:pic>
      <p:sp>
        <p:nvSpPr>
          <p:cNvPr id="4" name="Text Placeholder 3"/>
          <p:cNvSpPr>
            <a:spLocks noGrp="1"/>
          </p:cNvSpPr>
          <p:nvPr>
            <p:ph type="body" sz="quarter" idx="27" hasCustomPrompt="1"/>
          </p:nvPr>
        </p:nvSpPr>
        <p:spPr>
          <a:xfrm>
            <a:off x="454120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23" name="Text Placeholder 3"/>
          <p:cNvSpPr>
            <a:spLocks noGrp="1"/>
          </p:cNvSpPr>
          <p:nvPr>
            <p:ph type="body" sz="quarter" idx="28" hasCustomPrompt="1"/>
          </p:nvPr>
        </p:nvSpPr>
        <p:spPr>
          <a:xfrm>
            <a:off x="457200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25" name="Text Placeholder 3"/>
          <p:cNvSpPr>
            <a:spLocks noGrp="1"/>
          </p:cNvSpPr>
          <p:nvPr>
            <p:ph type="body" sz="quarter" idx="29" hasCustomPrompt="1"/>
          </p:nvPr>
        </p:nvSpPr>
        <p:spPr>
          <a:xfrm>
            <a:off x="600805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26" name="Text Placeholder 3"/>
          <p:cNvSpPr>
            <a:spLocks noGrp="1"/>
          </p:cNvSpPr>
          <p:nvPr>
            <p:ph type="body" sz="quarter" idx="30" hasCustomPrompt="1"/>
          </p:nvPr>
        </p:nvSpPr>
        <p:spPr>
          <a:xfrm>
            <a:off x="603885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27" name="Text Placeholder 3"/>
          <p:cNvSpPr>
            <a:spLocks noGrp="1"/>
          </p:cNvSpPr>
          <p:nvPr>
            <p:ph type="body" sz="quarter" idx="31" hasCustomPrompt="1"/>
          </p:nvPr>
        </p:nvSpPr>
        <p:spPr>
          <a:xfrm>
            <a:off x="7493952" y="38082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28" name="Text Placeholder 3"/>
          <p:cNvSpPr>
            <a:spLocks noGrp="1"/>
          </p:cNvSpPr>
          <p:nvPr>
            <p:ph type="body" sz="quarter" idx="32" hasCustomPrompt="1"/>
          </p:nvPr>
        </p:nvSpPr>
        <p:spPr>
          <a:xfrm>
            <a:off x="7524750" y="39511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29" name="Text Placeholder 3"/>
          <p:cNvSpPr>
            <a:spLocks noGrp="1"/>
          </p:cNvSpPr>
          <p:nvPr>
            <p:ph type="body" sz="quarter" idx="33" hasCustomPrompt="1"/>
          </p:nvPr>
        </p:nvSpPr>
        <p:spPr>
          <a:xfrm>
            <a:off x="454120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30" name="Text Placeholder 3"/>
          <p:cNvSpPr>
            <a:spLocks noGrp="1"/>
          </p:cNvSpPr>
          <p:nvPr>
            <p:ph type="body" sz="quarter" idx="34" hasCustomPrompt="1"/>
          </p:nvPr>
        </p:nvSpPr>
        <p:spPr>
          <a:xfrm>
            <a:off x="457200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31" name="Text Placeholder 3"/>
          <p:cNvSpPr>
            <a:spLocks noGrp="1"/>
          </p:cNvSpPr>
          <p:nvPr>
            <p:ph type="body" sz="quarter" idx="35" hasCustomPrompt="1"/>
          </p:nvPr>
        </p:nvSpPr>
        <p:spPr>
          <a:xfrm>
            <a:off x="600805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32" name="Text Placeholder 3"/>
          <p:cNvSpPr>
            <a:spLocks noGrp="1"/>
          </p:cNvSpPr>
          <p:nvPr>
            <p:ph type="body" sz="quarter" idx="36" hasCustomPrompt="1"/>
          </p:nvPr>
        </p:nvSpPr>
        <p:spPr>
          <a:xfrm>
            <a:off x="603885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33" name="Text Placeholder 3"/>
          <p:cNvSpPr>
            <a:spLocks noGrp="1"/>
          </p:cNvSpPr>
          <p:nvPr>
            <p:ph type="body" sz="quarter" idx="37" hasCustomPrompt="1"/>
          </p:nvPr>
        </p:nvSpPr>
        <p:spPr>
          <a:xfrm>
            <a:off x="7493952" y="4151176"/>
            <a:ext cx="1392568"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Country</a:t>
            </a:r>
          </a:p>
        </p:txBody>
      </p:sp>
      <p:sp>
        <p:nvSpPr>
          <p:cNvPr id="34" name="Text Placeholder 3"/>
          <p:cNvSpPr>
            <a:spLocks noGrp="1"/>
          </p:cNvSpPr>
          <p:nvPr>
            <p:ph type="body" sz="quarter" idx="38" hasCustomPrompt="1"/>
          </p:nvPr>
        </p:nvSpPr>
        <p:spPr>
          <a:xfrm>
            <a:off x="7524750" y="4294051"/>
            <a:ext cx="1361770" cy="123111"/>
          </a:xfrm>
        </p:spPr>
        <p:txBody>
          <a:bodyPr wrap="square" lIns="0" tIns="0" rIns="0" bIns="0">
            <a:noAutofit/>
          </a:bodyPr>
          <a:lstStyle>
            <a:lvl1pPr marL="0" indent="0">
              <a:spcBef>
                <a:spcPts val="0"/>
              </a:spcBef>
              <a:buClr>
                <a:schemeClr val="tx2"/>
              </a:buClr>
              <a:buFont typeface="Arial" panose="020B0604020202020204" pitchFamily="34" charset="0"/>
              <a:buNone/>
              <a:defRPr sz="800" b="0">
                <a:latin typeface="Arial" panose="020B0604020202020204" pitchFamily="34" charset="0"/>
                <a:cs typeface="Arial" panose="020B0604020202020204" pitchFamily="34" charset="0"/>
              </a:defRPr>
            </a:lvl1pPr>
          </a:lstStyle>
          <a:p>
            <a:pPr lvl="0"/>
            <a:r>
              <a:rPr lang="en-US"/>
              <a:t>Tempus </a:t>
            </a:r>
            <a:r>
              <a:rPr lang="en-US" err="1"/>
              <a:t>eu</a:t>
            </a:r>
            <a:r>
              <a:rPr lang="en-US"/>
              <a:t> </a:t>
            </a:r>
            <a:r>
              <a:rPr lang="en-US" err="1"/>
              <a:t>orci</a:t>
            </a:r>
            <a:r>
              <a:rPr lang="en-US"/>
              <a:t> in.</a:t>
            </a:r>
          </a:p>
        </p:txBody>
      </p:sp>
      <p:sp>
        <p:nvSpPr>
          <p:cNvPr id="35" name="Text Placeholder 2"/>
          <p:cNvSpPr>
            <a:spLocks noGrp="1"/>
          </p:cNvSpPr>
          <p:nvPr>
            <p:ph type="body" sz="quarter" idx="39" hasCustomPrompt="1"/>
          </p:nvPr>
        </p:nvSpPr>
        <p:spPr>
          <a:xfrm>
            <a:off x="287198" y="2695541"/>
            <a:ext cx="1963055" cy="431074"/>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Bulletpoints</a:t>
            </a:r>
            <a:r>
              <a:rPr lang="en-US"/>
              <a:t> in minimum of 18pt.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p>
        </p:txBody>
      </p:sp>
      <p:sp>
        <p:nvSpPr>
          <p:cNvPr id="37" name="Text Placeholder 2"/>
          <p:cNvSpPr>
            <a:spLocks noGrp="1"/>
          </p:cNvSpPr>
          <p:nvPr>
            <p:ph type="body" sz="quarter" idx="41" hasCustomPrompt="1"/>
          </p:nvPr>
        </p:nvSpPr>
        <p:spPr>
          <a:xfrm>
            <a:off x="4776469" y="1277751"/>
            <a:ext cx="390843" cy="388006"/>
          </a:xfrm>
          <a:prstGeom prst="ellipse">
            <a:avLst/>
          </a:prstGeom>
          <a:solidFill>
            <a:schemeClr val="accent1"/>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39" name="Text Placeholder 2"/>
          <p:cNvSpPr>
            <a:spLocks noGrp="1"/>
          </p:cNvSpPr>
          <p:nvPr>
            <p:ph type="body" sz="quarter" idx="42" hasCustomPrompt="1"/>
          </p:nvPr>
        </p:nvSpPr>
        <p:spPr>
          <a:xfrm>
            <a:off x="6552294" y="1197316"/>
            <a:ext cx="390843" cy="388006"/>
          </a:xfrm>
          <a:prstGeom prst="ellipse">
            <a:avLst/>
          </a:prstGeom>
          <a:solidFill>
            <a:schemeClr val="accent5"/>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40" name="Text Placeholder 2"/>
          <p:cNvSpPr>
            <a:spLocks noGrp="1"/>
          </p:cNvSpPr>
          <p:nvPr>
            <p:ph type="body" sz="quarter" idx="43" hasCustomPrompt="1"/>
          </p:nvPr>
        </p:nvSpPr>
        <p:spPr>
          <a:xfrm>
            <a:off x="7044205" y="1471754"/>
            <a:ext cx="390843" cy="388006"/>
          </a:xfrm>
          <a:prstGeom prst="ellipse">
            <a:avLst/>
          </a:prstGeom>
          <a:solidFill>
            <a:schemeClr val="accent2"/>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41" name="Text Placeholder 2"/>
          <p:cNvSpPr>
            <a:spLocks noGrp="1"/>
          </p:cNvSpPr>
          <p:nvPr>
            <p:ph type="body" sz="quarter" idx="44" hasCustomPrompt="1"/>
          </p:nvPr>
        </p:nvSpPr>
        <p:spPr>
          <a:xfrm>
            <a:off x="5648007" y="2245350"/>
            <a:ext cx="390843" cy="388006"/>
          </a:xfrm>
          <a:prstGeom prst="ellipse">
            <a:avLst/>
          </a:prstGeom>
          <a:solidFill>
            <a:schemeClr val="accent6"/>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42" name="Text Placeholder 2"/>
          <p:cNvSpPr>
            <a:spLocks noGrp="1"/>
          </p:cNvSpPr>
          <p:nvPr>
            <p:ph type="body" sz="quarter" idx="45" hasCustomPrompt="1"/>
          </p:nvPr>
        </p:nvSpPr>
        <p:spPr>
          <a:xfrm>
            <a:off x="7665244" y="1743700"/>
            <a:ext cx="390843" cy="388006"/>
          </a:xfrm>
          <a:prstGeom prst="ellipse">
            <a:avLst/>
          </a:prstGeom>
          <a:solidFill>
            <a:schemeClr val="accent4"/>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44" name="Text Placeholder 2"/>
          <p:cNvSpPr>
            <a:spLocks noGrp="1"/>
          </p:cNvSpPr>
          <p:nvPr>
            <p:ph type="body" sz="quarter" idx="46" hasCustomPrompt="1"/>
          </p:nvPr>
        </p:nvSpPr>
        <p:spPr>
          <a:xfrm>
            <a:off x="7953949" y="1355694"/>
            <a:ext cx="390843" cy="388006"/>
          </a:xfrm>
          <a:prstGeom prst="ellipse">
            <a:avLst/>
          </a:prstGeom>
          <a:solidFill>
            <a:schemeClr val="accent3"/>
          </a:solidFill>
        </p:spPr>
        <p:txBody>
          <a:bodyPr lIns="0" rIns="0" anchor="ctr" anchorCtr="0"/>
          <a:lstStyle>
            <a:lvl1pPr marL="0" indent="0" algn="ctr"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Text</a:t>
            </a:r>
          </a:p>
        </p:txBody>
      </p:sp>
      <p:sp>
        <p:nvSpPr>
          <p:cNvPr id="45" name="Text Placeholder 2"/>
          <p:cNvSpPr>
            <a:spLocks noGrp="1"/>
          </p:cNvSpPr>
          <p:nvPr>
            <p:ph type="body" sz="quarter" idx="47" hasCustomPrompt="1"/>
          </p:nvPr>
        </p:nvSpPr>
        <p:spPr>
          <a:xfrm>
            <a:off x="287198" y="3229894"/>
            <a:ext cx="1963055" cy="29581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46" name="Text Placeholder 2"/>
          <p:cNvSpPr>
            <a:spLocks noGrp="1"/>
          </p:cNvSpPr>
          <p:nvPr>
            <p:ph type="body" sz="quarter" idx="48" hasCustomPrompt="1"/>
          </p:nvPr>
        </p:nvSpPr>
        <p:spPr>
          <a:xfrm>
            <a:off x="287198" y="3628992"/>
            <a:ext cx="1963055" cy="57013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p:txBody>
      </p:sp>
      <p:sp>
        <p:nvSpPr>
          <p:cNvPr id="52" name="Text Placeholder 2"/>
          <p:cNvSpPr>
            <a:spLocks noGrp="1"/>
          </p:cNvSpPr>
          <p:nvPr>
            <p:ph type="body" sz="quarter" idx="49" hasCustomPrompt="1"/>
          </p:nvPr>
        </p:nvSpPr>
        <p:spPr>
          <a:xfrm>
            <a:off x="2350044" y="2695541"/>
            <a:ext cx="1963055" cy="431074"/>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fr-FR"/>
              <a:t>Tempus eu </a:t>
            </a:r>
            <a:r>
              <a:rPr lang="fr-FR" err="1"/>
              <a:t>orci</a:t>
            </a:r>
            <a:r>
              <a:rPr lang="fr-FR"/>
              <a:t> in, </a:t>
            </a:r>
            <a:r>
              <a:rPr lang="fr-FR" err="1"/>
              <a:t>consectetur</a:t>
            </a:r>
            <a:r>
              <a:rPr lang="fr-FR"/>
              <a:t> </a:t>
            </a:r>
            <a:r>
              <a:rPr lang="fr-FR" err="1"/>
              <a:t>congue</a:t>
            </a:r>
            <a:r>
              <a:rPr lang="fr-FR"/>
              <a:t> </a:t>
            </a:r>
            <a:r>
              <a:rPr lang="fr-FR" err="1"/>
              <a:t>felis</a:t>
            </a:r>
            <a:r>
              <a:rPr lang="fr-FR"/>
              <a:t>. </a:t>
            </a:r>
            <a:r>
              <a:rPr lang="fr-FR" err="1"/>
              <a:t>Donec</a:t>
            </a:r>
            <a:r>
              <a:rPr lang="fr-FR"/>
              <a:t> ut </a:t>
            </a:r>
            <a:r>
              <a:rPr lang="fr-FR" err="1"/>
              <a:t>augue</a:t>
            </a:r>
            <a:r>
              <a:rPr lang="fr-FR"/>
              <a:t> et </a:t>
            </a:r>
            <a:r>
              <a:rPr lang="fr-FR" err="1"/>
              <a:t>sapien</a:t>
            </a:r>
            <a:r>
              <a:rPr lang="fr-FR"/>
              <a:t> </a:t>
            </a:r>
            <a:r>
              <a:rPr lang="fr-FR" err="1"/>
              <a:t>mattis</a:t>
            </a:r>
            <a:r>
              <a:rPr lang="fr-FR"/>
              <a:t> </a:t>
            </a:r>
            <a:r>
              <a:rPr lang="fr-FR" err="1"/>
              <a:t>scelerisque</a:t>
            </a:r>
            <a:r>
              <a:rPr lang="fr-FR"/>
              <a:t>. </a:t>
            </a:r>
          </a:p>
        </p:txBody>
      </p:sp>
      <p:sp>
        <p:nvSpPr>
          <p:cNvPr id="53" name="Text Placeholder 2"/>
          <p:cNvSpPr>
            <a:spLocks noGrp="1"/>
          </p:cNvSpPr>
          <p:nvPr>
            <p:ph type="body" sz="quarter" idx="50" hasCustomPrompt="1"/>
          </p:nvPr>
        </p:nvSpPr>
        <p:spPr>
          <a:xfrm>
            <a:off x="2350044" y="3229894"/>
            <a:ext cx="1963055" cy="29581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it-IT"/>
              <a:t>Curabitur eget nunc vitae orci commodo accumsan.</a:t>
            </a:r>
            <a:endParaRPr lang="en-US"/>
          </a:p>
        </p:txBody>
      </p:sp>
      <p:sp>
        <p:nvSpPr>
          <p:cNvPr id="54" name="Text Placeholder 2"/>
          <p:cNvSpPr>
            <a:spLocks noGrp="1"/>
          </p:cNvSpPr>
          <p:nvPr>
            <p:ph type="body" sz="quarter" idx="51" hasCustomPrompt="1"/>
          </p:nvPr>
        </p:nvSpPr>
        <p:spPr>
          <a:xfrm>
            <a:off x="2350044" y="3628992"/>
            <a:ext cx="1963055" cy="570139"/>
          </a:xfrm>
        </p:spPr>
        <p:txBody>
          <a:bodyPr lIns="0" tIns="0" rIns="0" bIns="0"/>
          <a:lstStyle>
            <a:lvl1pPr marL="171450" indent="-171450" algn="l" defTabSz="1828800" rtl="0" eaLnBrk="1" latinLnBrk="0" hangingPunct="1">
              <a:lnSpc>
                <a:spcPct val="100000"/>
              </a:lnSpc>
              <a:spcBef>
                <a:spcPts val="600"/>
              </a:spcBef>
              <a:buClr>
                <a:schemeClr val="accent6"/>
              </a:buClr>
              <a:buFont typeface="Arial" panose="020B0604020202020204" pitchFamily="34" charset="0"/>
              <a:buChar char="•"/>
              <a:defRPr lang="en-US" sz="9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p:txBody>
      </p:sp>
      <p:sp>
        <p:nvSpPr>
          <p:cNvPr id="56" name="Text Placeholder 2"/>
          <p:cNvSpPr>
            <a:spLocks noGrp="1"/>
          </p:cNvSpPr>
          <p:nvPr>
            <p:ph type="body" sz="quarter" idx="52" hasCustomPrompt="1"/>
          </p:nvPr>
        </p:nvSpPr>
        <p:spPr>
          <a:xfrm>
            <a:off x="287198" y="1855792"/>
            <a:ext cx="4025901" cy="720140"/>
          </a:xfrm>
        </p:spPr>
        <p:txBody>
          <a:bodyPr/>
          <a:lstStyle>
            <a:lvl1pPr marL="0" indent="0" algn="l" defTabSz="1828800" rtl="0" eaLnBrk="1" latinLnBrk="0" hangingPunct="1">
              <a:lnSpc>
                <a:spcPct val="100000"/>
              </a:lnSpc>
              <a:spcBef>
                <a:spcPts val="600"/>
              </a:spcBef>
              <a:buFont typeface="Arial" panose="020B0604020202020204" pitchFamily="34" charset="0"/>
              <a:buNone/>
              <a:defRPr lang="en-US" sz="12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err="1"/>
              <a:t>Pellentesque</a:t>
            </a:r>
            <a:r>
              <a:rPr lang="en-US"/>
              <a:t> </a:t>
            </a:r>
            <a:r>
              <a:rPr lang="en-US" err="1"/>
              <a:t>sodales</a:t>
            </a:r>
            <a:r>
              <a:rPr lang="en-US"/>
              <a:t> </a:t>
            </a:r>
            <a:r>
              <a:rPr lang="en-US" err="1"/>
              <a:t>purus</a:t>
            </a:r>
            <a:r>
              <a:rPr lang="en-US"/>
              <a:t> et dui convallis, </a:t>
            </a:r>
            <a:r>
              <a:rPr lang="en-US" err="1"/>
              <a:t>sed</a:t>
            </a:r>
            <a:r>
              <a:rPr lang="en-US"/>
              <a:t> </a:t>
            </a:r>
            <a:r>
              <a:rPr lang="en-US" err="1"/>
              <a:t>facilisis</a:t>
            </a:r>
            <a:r>
              <a:rPr lang="en-US"/>
              <a:t> lorem </a:t>
            </a:r>
            <a:r>
              <a:rPr lang="en-US" err="1"/>
              <a:t>volutpat</a:t>
            </a:r>
            <a:r>
              <a:rPr lang="en-US"/>
              <a:t>. Integer non </a:t>
            </a:r>
            <a:r>
              <a:rPr lang="en-US" err="1"/>
              <a:t>elit</a:t>
            </a:r>
            <a:r>
              <a:rPr lang="en-US"/>
              <a:t> </a:t>
            </a:r>
            <a:r>
              <a:rPr lang="en-US" err="1"/>
              <a:t>lacinia</a:t>
            </a:r>
            <a:r>
              <a:rPr lang="en-US"/>
              <a:t> </a:t>
            </a:r>
            <a:r>
              <a:rPr lang="en-US" err="1"/>
              <a:t>diam</a:t>
            </a:r>
            <a:r>
              <a:rPr lang="en-US"/>
              <a:t> </a:t>
            </a:r>
            <a:r>
              <a:rPr lang="en-US" err="1"/>
              <a:t>venenatis</a:t>
            </a:r>
            <a:r>
              <a:rPr lang="en-US"/>
              <a:t> </a:t>
            </a:r>
            <a:r>
              <a:rPr lang="en-US" err="1"/>
              <a:t>consequat</a:t>
            </a:r>
            <a:r>
              <a:rPr lang="en-US"/>
              <a:t>.</a:t>
            </a:r>
          </a:p>
        </p:txBody>
      </p:sp>
      <p:sp>
        <p:nvSpPr>
          <p:cNvPr id="60" name="Rectangle 59"/>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61"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2"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69"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TextBox 69"/>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71"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57" name="Group 56"/>
          <p:cNvGrpSpPr/>
          <p:nvPr userDrawn="1"/>
        </p:nvGrpSpPr>
        <p:grpSpPr>
          <a:xfrm>
            <a:off x="71948" y="4978614"/>
            <a:ext cx="503788" cy="94721"/>
            <a:chOff x="6014087" y="4646472"/>
            <a:chExt cx="503788" cy="94721"/>
          </a:xfrm>
        </p:grpSpPr>
        <p:sp>
          <p:nvSpPr>
            <p:cNvPr id="58" name="Oval 57"/>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59" name="Oval 58"/>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Oval 62"/>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Oval 63"/>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Oval 64"/>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32969594"/>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imple Time Plan ">
    <p:spTree>
      <p:nvGrpSpPr>
        <p:cNvPr id="1" name=""/>
        <p:cNvGrpSpPr/>
        <p:nvPr/>
      </p:nvGrpSpPr>
      <p:grpSpPr>
        <a:xfrm>
          <a:off x="0" y="0"/>
          <a:ext cx="0" cy="0"/>
          <a:chOff x="0" y="0"/>
          <a:chExt cx="0" cy="0"/>
        </a:xfrm>
      </p:grpSpPr>
      <p:sp>
        <p:nvSpPr>
          <p:cNvPr id="38" name="Picture Placeholder 9"/>
          <p:cNvSpPr>
            <a:spLocks noGrp="1"/>
          </p:cNvSpPr>
          <p:nvPr>
            <p:ph type="pic" sz="quarter" idx="52" hasCustomPrompt="1"/>
          </p:nvPr>
        </p:nvSpPr>
        <p:spPr>
          <a:xfrm>
            <a:off x="283027" y="809262"/>
            <a:ext cx="8601262" cy="3950423"/>
          </a:xfrm>
          <a:prstGeom prst="rect">
            <a:avLst/>
          </a:prstGeom>
        </p:spPr>
        <p:txBody>
          <a:bodyPr anchor="ctr" anchorCtr="0">
            <a:noAutofit/>
          </a:bodyPr>
          <a:lstStyle>
            <a:lvl1pPr marL="0" indent="0" algn="ctr">
              <a:buNone/>
              <a:defRPr sz="1400" baseline="0">
                <a:solidFill>
                  <a:schemeClr val="accent2"/>
                </a:solidFill>
                <a:latin typeface="Arial" panose="020B0604020202020204" pitchFamily="34" charset="0"/>
                <a:cs typeface="Arial" panose="020B0604020202020204" pitchFamily="34" charset="0"/>
              </a:defRPr>
            </a:lvl1pPr>
          </a:lstStyle>
          <a:p>
            <a:r>
              <a:rPr lang="en-US"/>
              <a:t>Click here to insert a Time Plan</a:t>
            </a:r>
            <a:endParaRPr lang="en-IN"/>
          </a:p>
        </p:txBody>
      </p:sp>
      <p:sp>
        <p:nvSpPr>
          <p:cNvPr id="4" name="Text Placeholder 3"/>
          <p:cNvSpPr>
            <a:spLocks noGrp="1"/>
          </p:cNvSpPr>
          <p:nvPr>
            <p:ph type="body" sz="quarter" idx="27" hasCustomPrompt="1"/>
          </p:nvPr>
        </p:nvSpPr>
        <p:spPr>
          <a:xfrm>
            <a:off x="236826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25" name="Text Placeholder 3"/>
          <p:cNvSpPr>
            <a:spLocks noGrp="1"/>
          </p:cNvSpPr>
          <p:nvPr>
            <p:ph type="body" sz="quarter" idx="29" hasCustomPrompt="1"/>
          </p:nvPr>
        </p:nvSpPr>
        <p:spPr>
          <a:xfrm>
            <a:off x="383511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27" name="Text Placeholder 3"/>
          <p:cNvSpPr>
            <a:spLocks noGrp="1"/>
          </p:cNvSpPr>
          <p:nvPr>
            <p:ph type="body" sz="quarter" idx="31" hasCustomPrompt="1"/>
          </p:nvPr>
        </p:nvSpPr>
        <p:spPr>
          <a:xfrm>
            <a:off x="5321013"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7" name="Title 1"/>
          <p:cNvSpPr>
            <a:spLocks noGrp="1"/>
          </p:cNvSpPr>
          <p:nvPr userDrawn="1">
            <p:ph type="ctrTitle" hasCustomPrompt="1"/>
          </p:nvPr>
        </p:nvSpPr>
        <p:spPr>
          <a:xfrm>
            <a:off x="283026" y="254000"/>
            <a:ext cx="5245100" cy="5334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Simple time plan</a:t>
            </a:r>
          </a:p>
        </p:txBody>
      </p:sp>
      <p:sp>
        <p:nvSpPr>
          <p:cNvPr id="43" name="Text Placeholder 3"/>
          <p:cNvSpPr>
            <a:spLocks noGrp="1"/>
          </p:cNvSpPr>
          <p:nvPr>
            <p:ph type="body" sz="quarter" idx="53" hasCustomPrompt="1"/>
          </p:nvPr>
        </p:nvSpPr>
        <p:spPr>
          <a:xfrm>
            <a:off x="236826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8" name="Text Placeholder 3"/>
          <p:cNvSpPr>
            <a:spLocks noGrp="1"/>
          </p:cNvSpPr>
          <p:nvPr>
            <p:ph type="body" sz="quarter" idx="54" hasCustomPrompt="1"/>
          </p:nvPr>
        </p:nvSpPr>
        <p:spPr>
          <a:xfrm>
            <a:off x="383511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9" name="Text Placeholder 3"/>
          <p:cNvSpPr>
            <a:spLocks noGrp="1"/>
          </p:cNvSpPr>
          <p:nvPr>
            <p:ph type="body" sz="quarter" idx="55" hasCustomPrompt="1"/>
          </p:nvPr>
        </p:nvSpPr>
        <p:spPr>
          <a:xfrm>
            <a:off x="5321013"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17"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30" name="Rectangle 29"/>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31"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40"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TextBox 40"/>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42"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33" name="Group 32"/>
          <p:cNvGrpSpPr/>
          <p:nvPr userDrawn="1"/>
        </p:nvGrpSpPr>
        <p:grpSpPr>
          <a:xfrm>
            <a:off x="71948" y="4978614"/>
            <a:ext cx="503788" cy="94721"/>
            <a:chOff x="6014087" y="4646472"/>
            <a:chExt cx="503788" cy="94721"/>
          </a:xfrm>
        </p:grpSpPr>
        <p:sp>
          <p:nvSpPr>
            <p:cNvPr id="34" name="Oval 33"/>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35" name="Oval 34"/>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Oval 35"/>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Oval 36"/>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Oval 38"/>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36596948"/>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Timeline/Roadmap">
    <p:spTree>
      <p:nvGrpSpPr>
        <p:cNvPr id="1" name=""/>
        <p:cNvGrpSpPr/>
        <p:nvPr/>
      </p:nvGrpSpPr>
      <p:grpSpPr>
        <a:xfrm>
          <a:off x="0" y="0"/>
          <a:ext cx="0" cy="0"/>
          <a:chOff x="0" y="0"/>
          <a:chExt cx="0" cy="0"/>
        </a:xfrm>
      </p:grpSpPr>
      <p:sp>
        <p:nvSpPr>
          <p:cNvPr id="38" name="Picture Placeholder 9"/>
          <p:cNvSpPr>
            <a:spLocks noGrp="1"/>
          </p:cNvSpPr>
          <p:nvPr>
            <p:ph type="pic" sz="quarter" idx="52" hasCustomPrompt="1"/>
          </p:nvPr>
        </p:nvSpPr>
        <p:spPr>
          <a:xfrm>
            <a:off x="3378200" y="809262"/>
            <a:ext cx="5525295" cy="3950423"/>
          </a:xfrm>
          <a:prstGeom prst="rect">
            <a:avLst/>
          </a:prstGeom>
        </p:spPr>
        <p:txBody>
          <a:bodyPr anchor="ctr" anchorCtr="0">
            <a:noAutofit/>
          </a:bodyPr>
          <a:lstStyle>
            <a:lvl1pPr marL="0" indent="0" algn="ctr">
              <a:buNone/>
              <a:defRPr sz="1400" baseline="0">
                <a:solidFill>
                  <a:schemeClr val="accent2"/>
                </a:solidFill>
                <a:latin typeface="Arial" panose="020B0604020202020204" pitchFamily="34" charset="0"/>
                <a:cs typeface="Arial" panose="020B0604020202020204" pitchFamily="34" charset="0"/>
              </a:defRPr>
            </a:lvl1pPr>
          </a:lstStyle>
          <a:p>
            <a:r>
              <a:rPr lang="en-US"/>
              <a:t>Click here to insert a Timeline/Roadmap</a:t>
            </a:r>
            <a:endParaRPr lang="en-IN"/>
          </a:p>
        </p:txBody>
      </p:sp>
      <p:sp>
        <p:nvSpPr>
          <p:cNvPr id="4" name="Text Placeholder 3"/>
          <p:cNvSpPr>
            <a:spLocks noGrp="1"/>
          </p:cNvSpPr>
          <p:nvPr>
            <p:ph type="body" sz="quarter" idx="27" hasCustomPrompt="1"/>
          </p:nvPr>
        </p:nvSpPr>
        <p:spPr>
          <a:xfrm>
            <a:off x="409670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25" name="Text Placeholder 3"/>
          <p:cNvSpPr>
            <a:spLocks noGrp="1"/>
          </p:cNvSpPr>
          <p:nvPr>
            <p:ph type="body" sz="quarter" idx="29" hasCustomPrompt="1"/>
          </p:nvPr>
        </p:nvSpPr>
        <p:spPr>
          <a:xfrm>
            <a:off x="556355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27" name="Text Placeholder 3"/>
          <p:cNvSpPr>
            <a:spLocks noGrp="1"/>
          </p:cNvSpPr>
          <p:nvPr>
            <p:ph type="body" sz="quarter" idx="31" hasCustomPrompt="1"/>
          </p:nvPr>
        </p:nvSpPr>
        <p:spPr>
          <a:xfrm>
            <a:off x="7049452" y="1221193"/>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7" name="Title 1"/>
          <p:cNvSpPr>
            <a:spLocks noGrp="1"/>
          </p:cNvSpPr>
          <p:nvPr userDrawn="1">
            <p:ph type="ctrTitle" hasCustomPrompt="1"/>
          </p:nvPr>
        </p:nvSpPr>
        <p:spPr>
          <a:xfrm>
            <a:off x="263070" y="254000"/>
            <a:ext cx="5300482" cy="90302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Timeline/Roadmap with text</a:t>
            </a:r>
          </a:p>
        </p:txBody>
      </p:sp>
      <p:sp>
        <p:nvSpPr>
          <p:cNvPr id="43" name="Text Placeholder 3"/>
          <p:cNvSpPr>
            <a:spLocks noGrp="1"/>
          </p:cNvSpPr>
          <p:nvPr>
            <p:ph type="body" sz="quarter" idx="53" hasCustomPrompt="1"/>
          </p:nvPr>
        </p:nvSpPr>
        <p:spPr>
          <a:xfrm>
            <a:off x="409670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8" name="Text Placeholder 3"/>
          <p:cNvSpPr>
            <a:spLocks noGrp="1"/>
          </p:cNvSpPr>
          <p:nvPr>
            <p:ph type="body" sz="quarter" idx="54" hasCustomPrompt="1"/>
          </p:nvPr>
        </p:nvSpPr>
        <p:spPr>
          <a:xfrm>
            <a:off x="556355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49" name="Text Placeholder 3"/>
          <p:cNvSpPr>
            <a:spLocks noGrp="1"/>
          </p:cNvSpPr>
          <p:nvPr>
            <p:ph type="body" sz="quarter" idx="55" hasCustomPrompt="1"/>
          </p:nvPr>
        </p:nvSpPr>
        <p:spPr>
          <a:xfrm>
            <a:off x="7049452" y="4209720"/>
            <a:ext cx="1392568" cy="123111"/>
          </a:xfrm>
        </p:spPr>
        <p:txBody>
          <a:bodyPr wrap="square" lIns="0" tIns="0" rIns="0" bIns="0">
            <a:noAutofit/>
          </a:bodyPr>
          <a:lstStyle>
            <a:lvl1pPr marL="0" indent="0" algn="ctr">
              <a:spcBef>
                <a:spcPts val="0"/>
              </a:spcBef>
              <a:buClr>
                <a:schemeClr val="tx2"/>
              </a:buClr>
              <a:buFont typeface="Arial" panose="020B0604020202020204" pitchFamily="34" charset="0"/>
              <a:buNone/>
              <a:defRPr sz="800" b="1">
                <a:latin typeface="Arial" panose="020B0604020202020204" pitchFamily="34" charset="0"/>
                <a:cs typeface="Arial" panose="020B0604020202020204" pitchFamily="34" charset="0"/>
              </a:defRPr>
            </a:lvl1pPr>
          </a:lstStyle>
          <a:p>
            <a:pPr lvl="0"/>
            <a:r>
              <a:rPr lang="en-US"/>
              <a:t>Text Placeholder</a:t>
            </a:r>
          </a:p>
        </p:txBody>
      </p:sp>
      <p:sp>
        <p:nvSpPr>
          <p:cNvPr id="50" name="Text Placeholder 2"/>
          <p:cNvSpPr>
            <a:spLocks noGrp="1"/>
          </p:cNvSpPr>
          <p:nvPr>
            <p:ph type="body" sz="quarter" idx="41" hasCustomPrompt="1"/>
          </p:nvPr>
        </p:nvSpPr>
        <p:spPr>
          <a:xfrm>
            <a:off x="203200" y="1286353"/>
            <a:ext cx="654050" cy="649302"/>
          </a:xfrm>
          <a:prstGeom prst="ellipse">
            <a:avLst/>
          </a:prstGeom>
          <a:solidFill>
            <a:schemeClr val="accent6">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 </a:t>
            </a:r>
          </a:p>
        </p:txBody>
      </p:sp>
      <p:sp>
        <p:nvSpPr>
          <p:cNvPr id="51" name="Text Placeholder 3"/>
          <p:cNvSpPr>
            <a:spLocks noGrp="1"/>
          </p:cNvSpPr>
          <p:nvPr>
            <p:ph type="body" sz="quarter" idx="56" hasCustomPrompt="1"/>
          </p:nvPr>
        </p:nvSpPr>
        <p:spPr>
          <a:xfrm>
            <a:off x="704055" y="1348393"/>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a:t>Point 1</a:t>
            </a:r>
          </a:p>
        </p:txBody>
      </p:sp>
      <p:sp>
        <p:nvSpPr>
          <p:cNvPr id="55" name="Text Placeholder 3"/>
          <p:cNvSpPr>
            <a:spLocks noGrp="1"/>
          </p:cNvSpPr>
          <p:nvPr>
            <p:ph type="body" sz="quarter" idx="28" hasCustomPrompt="1"/>
          </p:nvPr>
        </p:nvSpPr>
        <p:spPr>
          <a:xfrm>
            <a:off x="704055" y="1569212"/>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endParaRPr lang="en-US"/>
          </a:p>
        </p:txBody>
      </p:sp>
      <p:sp>
        <p:nvSpPr>
          <p:cNvPr id="56" name="Text Placeholder 2"/>
          <p:cNvSpPr>
            <a:spLocks noGrp="1"/>
          </p:cNvSpPr>
          <p:nvPr>
            <p:ph type="body" sz="quarter" idx="57" hasCustomPrompt="1"/>
          </p:nvPr>
        </p:nvSpPr>
        <p:spPr>
          <a:xfrm>
            <a:off x="203200" y="2343628"/>
            <a:ext cx="654050" cy="649302"/>
          </a:xfrm>
          <a:prstGeom prst="ellipse">
            <a:avLst/>
          </a:prstGeom>
          <a:solidFill>
            <a:schemeClr val="accent4">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 </a:t>
            </a:r>
          </a:p>
        </p:txBody>
      </p:sp>
      <p:sp>
        <p:nvSpPr>
          <p:cNvPr id="57" name="Text Placeholder 3"/>
          <p:cNvSpPr>
            <a:spLocks noGrp="1"/>
          </p:cNvSpPr>
          <p:nvPr>
            <p:ph type="body" sz="quarter" idx="58" hasCustomPrompt="1"/>
          </p:nvPr>
        </p:nvSpPr>
        <p:spPr>
          <a:xfrm>
            <a:off x="704055" y="2405668"/>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a:t>Point 2</a:t>
            </a:r>
          </a:p>
        </p:txBody>
      </p:sp>
      <p:sp>
        <p:nvSpPr>
          <p:cNvPr id="58" name="Text Placeholder 3"/>
          <p:cNvSpPr>
            <a:spLocks noGrp="1"/>
          </p:cNvSpPr>
          <p:nvPr>
            <p:ph type="body" sz="quarter" idx="59" hasCustomPrompt="1"/>
          </p:nvPr>
        </p:nvSpPr>
        <p:spPr>
          <a:xfrm>
            <a:off x="704055" y="2626487"/>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endParaRPr lang="en-US"/>
          </a:p>
        </p:txBody>
      </p:sp>
      <p:sp>
        <p:nvSpPr>
          <p:cNvPr id="59" name="Text Placeholder 2"/>
          <p:cNvSpPr>
            <a:spLocks noGrp="1"/>
          </p:cNvSpPr>
          <p:nvPr>
            <p:ph type="body" sz="quarter" idx="60" hasCustomPrompt="1"/>
          </p:nvPr>
        </p:nvSpPr>
        <p:spPr>
          <a:xfrm>
            <a:off x="203200" y="3425296"/>
            <a:ext cx="654050" cy="649302"/>
          </a:xfrm>
          <a:prstGeom prst="ellipse">
            <a:avLst/>
          </a:prstGeom>
          <a:solidFill>
            <a:schemeClr val="accent5">
              <a:alpha val="60000"/>
            </a:schemeClr>
          </a:solidFill>
          <a:ln>
            <a:noFill/>
          </a:ln>
        </p:spPr>
        <p:txBody>
          <a:bodyPr lIns="0" rIns="0" anchor="ctr" anchorCtr="0"/>
          <a:lstStyle>
            <a:lvl1pPr marL="0" indent="0" algn="l" defTabSz="1828800" rtl="0" eaLnBrk="1" latinLnBrk="0" hangingPunct="1">
              <a:lnSpc>
                <a:spcPct val="100000"/>
              </a:lnSpc>
              <a:spcBef>
                <a:spcPts val="600"/>
              </a:spcBef>
              <a:buClr>
                <a:schemeClr val="accent2"/>
              </a:buClr>
              <a:buFont typeface="Arial" panose="020B0604020202020204" pitchFamily="34" charset="0"/>
              <a:buNone/>
              <a:defRPr lang="en-US" sz="800" b="0" u="sng"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 </a:t>
            </a:r>
          </a:p>
        </p:txBody>
      </p:sp>
      <p:sp>
        <p:nvSpPr>
          <p:cNvPr id="60" name="Text Placeholder 3"/>
          <p:cNvSpPr>
            <a:spLocks noGrp="1"/>
          </p:cNvSpPr>
          <p:nvPr>
            <p:ph type="body" sz="quarter" idx="61" hasCustomPrompt="1"/>
          </p:nvPr>
        </p:nvSpPr>
        <p:spPr>
          <a:xfrm>
            <a:off x="704055" y="3487336"/>
            <a:ext cx="2048669" cy="215444"/>
          </a:xfrm>
        </p:spPr>
        <p:txBody>
          <a:bodyPr wrap="square" lIns="0" tIns="0" rIns="0" bIns="0">
            <a:spAutoFit/>
          </a:bodyPr>
          <a:lstStyle>
            <a:lvl1pPr marL="0" indent="0">
              <a:spcBef>
                <a:spcPts val="0"/>
              </a:spcBef>
              <a:buClr>
                <a:schemeClr val="tx2"/>
              </a:buClr>
              <a:buFont typeface="Arial" panose="020B0604020202020204" pitchFamily="34" charset="0"/>
              <a:buNone/>
              <a:defRPr sz="1400" b="1">
                <a:solidFill>
                  <a:schemeClr val="accent2"/>
                </a:solidFill>
                <a:latin typeface="Arial" panose="020B0604020202020204" pitchFamily="34" charset="0"/>
                <a:cs typeface="Arial" panose="020B0604020202020204" pitchFamily="34" charset="0"/>
              </a:defRPr>
            </a:lvl1pPr>
          </a:lstStyle>
          <a:p>
            <a:pPr lvl="0"/>
            <a:r>
              <a:rPr lang="en-US"/>
              <a:t>Point 3</a:t>
            </a:r>
          </a:p>
        </p:txBody>
      </p:sp>
      <p:sp>
        <p:nvSpPr>
          <p:cNvPr id="61" name="Text Placeholder 3"/>
          <p:cNvSpPr>
            <a:spLocks noGrp="1"/>
          </p:cNvSpPr>
          <p:nvPr>
            <p:ph type="body" sz="quarter" idx="62" hasCustomPrompt="1"/>
          </p:nvPr>
        </p:nvSpPr>
        <p:spPr>
          <a:xfrm>
            <a:off x="704055" y="3708155"/>
            <a:ext cx="2048669" cy="615553"/>
          </a:xfrm>
        </p:spPr>
        <p:txBody>
          <a:bodyPr wrap="square" lIns="0" tIns="0" rIns="0" bIns="0">
            <a:spAutoFit/>
          </a:bodyPr>
          <a:lstStyle>
            <a:lvl1pPr marL="0" indent="0">
              <a:spcBef>
                <a:spcPts val="0"/>
              </a:spcBef>
              <a:buClr>
                <a:schemeClr val="tx2"/>
              </a:buClr>
              <a:buFont typeface="Arial" panose="020B0604020202020204" pitchFamily="34" charset="0"/>
              <a:buNone/>
              <a:defRPr sz="1000" b="0">
                <a:solidFill>
                  <a:schemeClr val="accent2"/>
                </a:solidFill>
                <a:latin typeface="Arial" panose="020B0604020202020204" pitchFamily="34" charset="0"/>
                <a:cs typeface="Arial" panose="020B0604020202020204" pitchFamily="34" charset="0"/>
              </a:defRPr>
            </a:lvl1pPr>
          </a:lstStyle>
          <a:p>
            <a:pPr lvl="0"/>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endParaRPr lang="en-US"/>
          </a:p>
        </p:txBody>
      </p:sp>
      <p:sp>
        <p:nvSpPr>
          <p:cNvPr id="26"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39" name="Rectangle 38"/>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40"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41"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54"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TextBox 61"/>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63"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42" name="Group 41"/>
          <p:cNvGrpSpPr/>
          <p:nvPr userDrawn="1"/>
        </p:nvGrpSpPr>
        <p:grpSpPr>
          <a:xfrm>
            <a:off x="71948" y="4978614"/>
            <a:ext cx="503788" cy="94721"/>
            <a:chOff x="6014087" y="4646472"/>
            <a:chExt cx="503788" cy="94721"/>
          </a:xfrm>
        </p:grpSpPr>
        <p:sp>
          <p:nvSpPr>
            <p:cNvPr id="44" name="Oval 43"/>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45" name="Oval 44"/>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Oval 45"/>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Oval 51"/>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Oval 52"/>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360307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se Study with image">
    <p:spTree>
      <p:nvGrpSpPr>
        <p:cNvPr id="1" name=""/>
        <p:cNvGrpSpPr/>
        <p:nvPr/>
      </p:nvGrpSpPr>
      <p:grpSpPr>
        <a:xfrm>
          <a:off x="0" y="0"/>
          <a:ext cx="0" cy="0"/>
          <a:chOff x="0" y="0"/>
          <a:chExt cx="0" cy="0"/>
        </a:xfrm>
      </p:grpSpPr>
      <p:sp>
        <p:nvSpPr>
          <p:cNvPr id="28" name="Picture Placeholder 4"/>
          <p:cNvSpPr>
            <a:spLocks noGrp="1"/>
          </p:cNvSpPr>
          <p:nvPr>
            <p:ph type="pic" sz="quarter" idx="36" hasCustomPrompt="1"/>
          </p:nvPr>
        </p:nvSpPr>
        <p:spPr>
          <a:xfrm>
            <a:off x="4303714" y="0"/>
            <a:ext cx="3499859" cy="4884738"/>
          </a:xfrm>
        </p:spPr>
        <p:txBody>
          <a:bodyPr/>
          <a:lstStyle>
            <a:lvl1pPr marL="0" marR="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sz="1400">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ts val="600"/>
              </a:spcBef>
              <a:spcAft>
                <a:spcPts val="0"/>
              </a:spcAft>
              <a:buClr>
                <a:srgbClr val="00B0F0"/>
              </a:buClr>
              <a:buSzTx/>
              <a:buFont typeface="Wingdings" pitchFamily="2" charset="2"/>
              <a:buNone/>
              <a:tabLst/>
              <a:defRPr/>
            </a:pPr>
            <a:r>
              <a:rPr lang="en-US"/>
              <a:t>Click here to </a:t>
            </a:r>
            <a:br>
              <a:rPr lang="en-US"/>
            </a:br>
            <a:r>
              <a:rPr lang="en-US"/>
              <a:t>add Color Image</a:t>
            </a:r>
          </a:p>
        </p:txBody>
      </p:sp>
      <p:sp>
        <p:nvSpPr>
          <p:cNvPr id="25" name="Text Placeholder 5"/>
          <p:cNvSpPr>
            <a:spLocks noGrp="1"/>
          </p:cNvSpPr>
          <p:nvPr>
            <p:ph type="body" sz="quarter" idx="38"/>
          </p:nvPr>
        </p:nvSpPr>
        <p:spPr>
          <a:xfrm>
            <a:off x="6221676" y="0"/>
            <a:ext cx="2921000" cy="4889255"/>
          </a:xfrm>
          <a:solidFill>
            <a:schemeClr val="accent1"/>
          </a:solidFill>
        </p:spPr>
        <p:txBody>
          <a:bodyPr/>
          <a:lstStyle>
            <a:lvl1pPr marL="0" indent="0">
              <a:buNone/>
              <a:defRPr>
                <a:solidFill>
                  <a:schemeClr val="accent1"/>
                </a:solidFill>
                <a:latin typeface="Arial" panose="020B0604020202020204" pitchFamily="34" charset="0"/>
                <a:cs typeface="Arial" panose="020B0604020202020204" pitchFamily="34" charset="0"/>
              </a:defRPr>
            </a:lvl1pPr>
          </a:lstStyle>
          <a:p>
            <a:pPr lvl="0"/>
            <a:r>
              <a:rPr lang="en-US"/>
              <a:t>Edit Master text styles</a:t>
            </a:r>
          </a:p>
        </p:txBody>
      </p:sp>
      <p:sp>
        <p:nvSpPr>
          <p:cNvPr id="47" name="Title 1"/>
          <p:cNvSpPr>
            <a:spLocks noGrp="1"/>
          </p:cNvSpPr>
          <p:nvPr userDrawn="1">
            <p:ph type="ctrTitle" hasCustomPrompt="1"/>
          </p:nvPr>
        </p:nvSpPr>
        <p:spPr>
          <a:xfrm>
            <a:off x="271416" y="254000"/>
            <a:ext cx="3835400" cy="909593"/>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4" name="Text Placeholder 38"/>
          <p:cNvSpPr>
            <a:spLocks noGrp="1"/>
          </p:cNvSpPr>
          <p:nvPr>
            <p:ph type="body" sz="quarter" idx="15" hasCustomPrompt="1"/>
          </p:nvPr>
        </p:nvSpPr>
        <p:spPr>
          <a:xfrm>
            <a:off x="226059" y="2231277"/>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  </a:t>
            </a:r>
          </a:p>
        </p:txBody>
      </p:sp>
      <p:sp>
        <p:nvSpPr>
          <p:cNvPr id="27" name="Text Placeholder 2"/>
          <p:cNvSpPr>
            <a:spLocks noGrp="1"/>
          </p:cNvSpPr>
          <p:nvPr>
            <p:ph type="body" sz="quarter" idx="11" hasCustomPrompt="1"/>
          </p:nvPr>
        </p:nvSpPr>
        <p:spPr>
          <a:xfrm>
            <a:off x="602141" y="2496914"/>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Tempus eu orci in, consectetur congue felis. Donec ut augue et sapien mattis scelerisque. Curabitur eget nunc vitae orci commodo accumsan. </a:t>
            </a:r>
          </a:p>
        </p:txBody>
      </p:sp>
      <p:sp>
        <p:nvSpPr>
          <p:cNvPr id="48" name="Text Placeholder 2"/>
          <p:cNvSpPr>
            <a:spLocks noGrp="1"/>
          </p:cNvSpPr>
          <p:nvPr>
            <p:ph type="body" sz="quarter" idx="10" hasCustomPrompt="1"/>
          </p:nvPr>
        </p:nvSpPr>
        <p:spPr>
          <a:xfrm>
            <a:off x="271416" y="1295399"/>
            <a:ext cx="3686630" cy="685801"/>
          </a:xfrm>
        </p:spPr>
        <p:txBody>
          <a:bodyPr/>
          <a:lstStyle>
            <a:lvl1pPr marL="0" indent="0" algn="l" defTabSz="1828800" rtl="0" eaLnBrk="1" latinLnBrk="0" hangingPunct="1">
              <a:lnSpc>
                <a:spcPct val="90000"/>
              </a:lnSpc>
              <a:spcBef>
                <a:spcPts val="20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Tempus </a:t>
            </a:r>
            <a:r>
              <a:rPr lang="en-US" err="1"/>
              <a:t>eu</a:t>
            </a:r>
            <a:r>
              <a:rPr lang="en-US"/>
              <a:t> </a:t>
            </a:r>
            <a:r>
              <a:rPr lang="en-US" err="1"/>
              <a:t>orci</a:t>
            </a:r>
            <a:r>
              <a:rPr lang="en-US"/>
              <a:t> in, </a:t>
            </a:r>
            <a:r>
              <a:rPr lang="en-US" err="1"/>
              <a:t>consectetur</a:t>
            </a:r>
            <a:r>
              <a:rPr lang="en-US"/>
              <a:t> </a:t>
            </a:r>
            <a:r>
              <a:rPr lang="en-US" err="1"/>
              <a:t>congue</a:t>
            </a:r>
            <a:r>
              <a:rPr lang="en-US"/>
              <a:t> </a:t>
            </a:r>
            <a:r>
              <a:rPr lang="en-US" err="1"/>
              <a:t>felis</a:t>
            </a:r>
            <a:r>
              <a:rPr lang="en-US"/>
              <a:t>. </a:t>
            </a:r>
            <a:r>
              <a:rPr lang="en-US" err="1"/>
              <a:t>Donec</a:t>
            </a:r>
            <a:r>
              <a:rPr lang="en-US"/>
              <a:t> </a:t>
            </a:r>
            <a:r>
              <a:rPr lang="en-US" err="1"/>
              <a:t>ut</a:t>
            </a:r>
            <a:r>
              <a:rPr lang="en-US"/>
              <a:t> </a:t>
            </a:r>
            <a:r>
              <a:rPr lang="en-US" err="1"/>
              <a:t>augue</a:t>
            </a:r>
            <a:r>
              <a:rPr lang="en-US"/>
              <a:t> et </a:t>
            </a:r>
            <a:r>
              <a:rPr lang="en-US" err="1"/>
              <a:t>sapien</a:t>
            </a:r>
            <a:r>
              <a:rPr lang="en-US"/>
              <a:t> </a:t>
            </a:r>
            <a:r>
              <a:rPr lang="en-US" err="1"/>
              <a:t>mattis</a:t>
            </a:r>
            <a:r>
              <a:rPr lang="en-US"/>
              <a:t> </a:t>
            </a:r>
            <a:r>
              <a:rPr lang="en-US" err="1"/>
              <a:t>scelerisque</a:t>
            </a:r>
            <a:r>
              <a:rPr lang="en-US"/>
              <a:t>. </a:t>
            </a:r>
            <a:r>
              <a:rPr lang="en-US" err="1"/>
              <a:t>Curabitur</a:t>
            </a:r>
            <a:r>
              <a:rPr lang="en-US"/>
              <a:t> </a:t>
            </a:r>
            <a:r>
              <a:rPr lang="en-US" err="1"/>
              <a:t>eget</a:t>
            </a:r>
            <a:r>
              <a:rPr lang="en-US"/>
              <a:t> </a:t>
            </a:r>
            <a:r>
              <a:rPr lang="en-US" err="1"/>
              <a:t>nunc</a:t>
            </a:r>
            <a:r>
              <a:rPr lang="en-US"/>
              <a:t> vitae </a:t>
            </a:r>
            <a:r>
              <a:rPr lang="en-US" err="1"/>
              <a:t>orci</a:t>
            </a:r>
            <a:r>
              <a:rPr lang="en-US"/>
              <a:t> </a:t>
            </a:r>
            <a:r>
              <a:rPr lang="en-US" err="1"/>
              <a:t>commodo</a:t>
            </a:r>
            <a:r>
              <a:rPr lang="en-US"/>
              <a:t> </a:t>
            </a:r>
            <a:r>
              <a:rPr lang="en-US" err="1"/>
              <a:t>accumsan</a:t>
            </a:r>
            <a:r>
              <a:rPr lang="en-US"/>
              <a:t>. </a:t>
            </a:r>
          </a:p>
        </p:txBody>
      </p:sp>
      <p:sp>
        <p:nvSpPr>
          <p:cNvPr id="49" name="Text Placeholder 2"/>
          <p:cNvSpPr>
            <a:spLocks noGrp="1"/>
          </p:cNvSpPr>
          <p:nvPr>
            <p:ph type="body" sz="quarter" idx="25" hasCustomPrompt="1"/>
          </p:nvPr>
        </p:nvSpPr>
        <p:spPr>
          <a:xfrm>
            <a:off x="602141" y="2281009"/>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Business Context</a:t>
            </a:r>
          </a:p>
        </p:txBody>
      </p:sp>
      <p:sp>
        <p:nvSpPr>
          <p:cNvPr id="26" name="Text Placeholder 38"/>
          <p:cNvSpPr>
            <a:spLocks noGrp="1"/>
          </p:cNvSpPr>
          <p:nvPr>
            <p:ph type="body" sz="quarter" idx="27" hasCustomPrompt="1"/>
          </p:nvPr>
        </p:nvSpPr>
        <p:spPr>
          <a:xfrm>
            <a:off x="226059" y="3155214"/>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  </a:t>
            </a:r>
          </a:p>
        </p:txBody>
      </p:sp>
      <p:sp>
        <p:nvSpPr>
          <p:cNvPr id="33" name="Text Placeholder 2"/>
          <p:cNvSpPr>
            <a:spLocks noGrp="1"/>
          </p:cNvSpPr>
          <p:nvPr>
            <p:ph type="body" sz="quarter" idx="28" hasCustomPrompt="1"/>
          </p:nvPr>
        </p:nvSpPr>
        <p:spPr>
          <a:xfrm>
            <a:off x="602141" y="3371119"/>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Tempus eu orci in, consectetur congue felis. Donec ut augue et sapien mattis scelerisque. Curabitur eget nunc vitae orci commodo accumsan. </a:t>
            </a:r>
          </a:p>
        </p:txBody>
      </p:sp>
      <p:sp>
        <p:nvSpPr>
          <p:cNvPr id="34" name="Text Placeholder 2"/>
          <p:cNvSpPr>
            <a:spLocks noGrp="1"/>
          </p:cNvSpPr>
          <p:nvPr>
            <p:ph type="body" sz="quarter" idx="29" hasCustomPrompt="1"/>
          </p:nvPr>
        </p:nvSpPr>
        <p:spPr>
          <a:xfrm>
            <a:off x="602141" y="3155214"/>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Solution Approach</a:t>
            </a:r>
          </a:p>
        </p:txBody>
      </p:sp>
      <p:sp>
        <p:nvSpPr>
          <p:cNvPr id="35" name="Text Placeholder 38"/>
          <p:cNvSpPr>
            <a:spLocks noGrp="1"/>
          </p:cNvSpPr>
          <p:nvPr>
            <p:ph type="body" sz="quarter" idx="30" hasCustomPrompt="1"/>
          </p:nvPr>
        </p:nvSpPr>
        <p:spPr>
          <a:xfrm>
            <a:off x="226059" y="3994800"/>
            <a:ext cx="337820" cy="336930"/>
          </a:xfrm>
          <a:prstGeom prst="ellipse">
            <a:avLst/>
          </a:prstGeom>
          <a:solidFill>
            <a:schemeClr val="tx2"/>
          </a:solidFill>
        </p:spPr>
        <p:txBody>
          <a:bodyPr anchor="ctr">
            <a:noAutofit/>
          </a:bodyPr>
          <a:lstStyle>
            <a:lvl1pPr marL="0" indent="0" algn="ctr">
              <a:buFont typeface="Arial" pitchFamily="34" charset="0"/>
              <a:buNone/>
              <a:defRPr sz="1200" b="1">
                <a:solidFill>
                  <a:schemeClr val="bg1"/>
                </a:solidFill>
                <a:latin typeface="Arial" panose="020B0604020202020204" pitchFamily="34" charset="0"/>
                <a:cs typeface="Arial" panose="020B0604020202020204" pitchFamily="34" charset="0"/>
              </a:defRPr>
            </a:lvl1pPr>
            <a:lvl2pPr>
              <a:buNone/>
              <a:defRPr/>
            </a:lvl2pPr>
            <a:lvl3pPr>
              <a:buNone/>
              <a:defRPr/>
            </a:lvl3pPr>
            <a:lvl4pPr>
              <a:buNone/>
              <a:defRPr/>
            </a:lvl4pPr>
            <a:lvl5pPr>
              <a:buNone/>
              <a:defRPr/>
            </a:lvl5pPr>
          </a:lstStyle>
          <a:p>
            <a:pPr lvl="0"/>
            <a:r>
              <a:rPr lang="en-US"/>
              <a:t>  </a:t>
            </a:r>
          </a:p>
        </p:txBody>
      </p:sp>
      <p:sp>
        <p:nvSpPr>
          <p:cNvPr id="36" name="Text Placeholder 2"/>
          <p:cNvSpPr>
            <a:spLocks noGrp="1"/>
          </p:cNvSpPr>
          <p:nvPr>
            <p:ph type="body" sz="quarter" idx="31" hasCustomPrompt="1"/>
          </p:nvPr>
        </p:nvSpPr>
        <p:spPr>
          <a:xfrm>
            <a:off x="602141" y="4247419"/>
            <a:ext cx="3310548" cy="502381"/>
          </a:xfrm>
        </p:spPr>
        <p:txBody>
          <a:bodyPr tIns="0"/>
          <a:lstStyle>
            <a:lvl1pPr marL="0" indent="0" algn="l" defTabSz="1828800" rtl="0" eaLnBrk="1" latinLnBrk="0" hangingPunct="1">
              <a:lnSpc>
                <a:spcPct val="100000"/>
              </a:lnSpc>
              <a:spcBef>
                <a:spcPts val="600"/>
              </a:spcBef>
              <a:buFont typeface="Arial" panose="020B0604020202020204" pitchFamily="34" charset="0"/>
              <a:buNone/>
              <a:defRPr lang="en-US" sz="10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Tempus eu orci in, consectetur congue felis. Donec ut augue et sapien mattis scelerisque. Curabitur eget nunc vitae orci commodo accumsan. </a:t>
            </a:r>
          </a:p>
        </p:txBody>
      </p:sp>
      <p:sp>
        <p:nvSpPr>
          <p:cNvPr id="37" name="Text Placeholder 2"/>
          <p:cNvSpPr>
            <a:spLocks noGrp="1"/>
          </p:cNvSpPr>
          <p:nvPr>
            <p:ph type="body" sz="quarter" idx="32" hasCustomPrompt="1"/>
          </p:nvPr>
        </p:nvSpPr>
        <p:spPr>
          <a:xfrm>
            <a:off x="602141" y="4031514"/>
            <a:ext cx="3310548"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baseline="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Benefits Delivered</a:t>
            </a:r>
          </a:p>
        </p:txBody>
      </p:sp>
      <p:sp>
        <p:nvSpPr>
          <p:cNvPr id="38" name="Text Placeholder 2"/>
          <p:cNvSpPr>
            <a:spLocks noGrp="1"/>
          </p:cNvSpPr>
          <p:nvPr>
            <p:ph type="body" sz="quarter" idx="33" hasCustomPrompt="1"/>
          </p:nvPr>
        </p:nvSpPr>
        <p:spPr>
          <a:xfrm>
            <a:off x="6498663" y="931094"/>
            <a:ext cx="2400140" cy="3131640"/>
          </a:xfrm>
        </p:spPr>
        <p:txBody>
          <a:bodyPr tIns="0"/>
          <a:lstStyle>
            <a:lvl1pPr marL="171450" indent="-171450" algn="l" defTabSz="1828800" rtl="0" eaLnBrk="1" latinLnBrk="0" hangingPunct="1">
              <a:lnSpc>
                <a:spcPct val="100000"/>
              </a:lnSpc>
              <a:spcBef>
                <a:spcPts val="0"/>
              </a:spcBef>
              <a:spcAft>
                <a:spcPts val="800"/>
              </a:spcAft>
              <a:buClr>
                <a:schemeClr val="bg1"/>
              </a:buClr>
              <a:buFont typeface="Arial" panose="020B0604020202020204" pitchFamily="34" charset="0"/>
              <a:buChar char="•"/>
              <a:defRPr lang="en-US" sz="700" b="0"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pt-BR"/>
              <a:t>Side notes</a:t>
            </a:r>
            <a:br>
              <a:rPr lang="pt-BR"/>
            </a:br>
            <a:r>
              <a:rPr lang="pt-BR"/>
              <a:t>Tempus eu orci in, consectetur congue felis. Donec ut augue et sapien mattis scelerisque. Curabitur eget nunc vitae orci commodo accumsan. </a:t>
            </a:r>
          </a:p>
          <a:p>
            <a:pPr lvl="0"/>
            <a:r>
              <a:rPr lang="pt-BR"/>
              <a:t>Side notes</a:t>
            </a:r>
            <a:br>
              <a:rPr lang="pt-BR"/>
            </a:br>
            <a:r>
              <a:rPr lang="pt-BR"/>
              <a:t>Tempus eu orci in, consectetur congue felis. Donec ut augue et sapien mattis scelerisque. Curabitur eget nunc vitae orci commodo accumsan. </a:t>
            </a:r>
          </a:p>
          <a:p>
            <a:pPr lvl="0"/>
            <a:r>
              <a:rPr lang="pt-BR"/>
              <a:t>Side notes</a:t>
            </a:r>
            <a:br>
              <a:rPr lang="pt-BR"/>
            </a:br>
            <a:r>
              <a:rPr lang="pt-BR"/>
              <a:t>Tempus eu orci in, consectetur congue felis. Donec ut augue et sapien mattis scelerisque. Curabitur eget nunc vitae orci commodo accumsan. </a:t>
            </a:r>
          </a:p>
          <a:p>
            <a:pPr lvl="0"/>
            <a:r>
              <a:rPr lang="pt-BR"/>
              <a:t>Side notes</a:t>
            </a:r>
            <a:br>
              <a:rPr lang="pt-BR"/>
            </a:br>
            <a:r>
              <a:rPr lang="pt-BR"/>
              <a:t>Tempus eu orci in, consectetur congue felis. Donec ut augue et sapien mattis scelerisque. Curabitur eget nunc vitae orci commodo accumsan. </a:t>
            </a:r>
          </a:p>
          <a:p>
            <a:pPr lvl="0"/>
            <a:r>
              <a:rPr lang="pt-BR"/>
              <a:t>Side notes</a:t>
            </a:r>
            <a:br>
              <a:rPr lang="pt-BR"/>
            </a:br>
            <a:r>
              <a:rPr lang="pt-BR"/>
              <a:t>Tempus eu orci in, consectetur congue felis. Donec ut augue et sapien mattis scelerisque. Curabitur eget nunc vitae orci commodo accumsan. </a:t>
            </a:r>
          </a:p>
          <a:p>
            <a:pPr lvl="0"/>
            <a:r>
              <a:rPr lang="pt-BR"/>
              <a:t>Side notes</a:t>
            </a:r>
            <a:br>
              <a:rPr lang="pt-BR"/>
            </a:br>
            <a:r>
              <a:rPr lang="pt-BR"/>
              <a:t>Tempus eu orci in, consectetur congue felis. Donec ut augue et sapien mattis scelerisque. Curabitur eget nunc vitae orci commodo accumsan. </a:t>
            </a:r>
          </a:p>
        </p:txBody>
      </p:sp>
      <p:sp>
        <p:nvSpPr>
          <p:cNvPr id="39" name="Text Placeholder 2"/>
          <p:cNvSpPr>
            <a:spLocks noGrp="1"/>
          </p:cNvSpPr>
          <p:nvPr>
            <p:ph type="body" sz="quarter" idx="34" hasCustomPrompt="1"/>
          </p:nvPr>
        </p:nvSpPr>
        <p:spPr>
          <a:xfrm>
            <a:off x="6498663" y="664389"/>
            <a:ext cx="2400140" cy="182563"/>
          </a:xfrm>
        </p:spPr>
        <p:txBody>
          <a:bodyPr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1200" b="1" kern="1200" dirty="0" smtClean="0">
                <a:solidFill>
                  <a:schemeClr val="bg1"/>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Value Wipro brings</a:t>
            </a:r>
          </a:p>
        </p:txBody>
      </p:sp>
      <p:sp>
        <p:nvSpPr>
          <p:cNvPr id="3" name="Media Placeholder 2"/>
          <p:cNvSpPr>
            <a:spLocks noGrp="1"/>
          </p:cNvSpPr>
          <p:nvPr>
            <p:ph type="media" sz="quarter" idx="35" hasCustomPrompt="1"/>
          </p:nvPr>
        </p:nvSpPr>
        <p:spPr>
          <a:xfrm>
            <a:off x="6498663" y="4128262"/>
            <a:ext cx="652955" cy="650994"/>
          </a:xfrm>
          <a:prstGeom prst="ellipse">
            <a:avLst/>
          </a:prstGeom>
          <a:noFill/>
        </p:spPr>
        <p:txBody>
          <a:bodyPr/>
          <a:lstStyle>
            <a:lvl1pPr marL="0" indent="0" algn="ctr">
              <a:buFontTx/>
              <a:buNone/>
              <a:defRPr sz="1000">
                <a:latin typeface="Arial" panose="020B0604020202020204" pitchFamily="34" charset="0"/>
                <a:cs typeface="Arial" panose="020B0604020202020204" pitchFamily="34" charset="0"/>
              </a:defRPr>
            </a:lvl1pPr>
          </a:lstStyle>
          <a:p>
            <a:r>
              <a:rPr lang="en-US"/>
              <a:t>View video</a:t>
            </a:r>
          </a:p>
        </p:txBody>
      </p:sp>
      <p:sp>
        <p:nvSpPr>
          <p:cNvPr id="31"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50" name="Rectangle 49"/>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1"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2"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59"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TextBox 59"/>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61"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45" name="Group 44"/>
          <p:cNvGrpSpPr/>
          <p:nvPr userDrawn="1"/>
        </p:nvGrpSpPr>
        <p:grpSpPr>
          <a:xfrm>
            <a:off x="71948" y="4978614"/>
            <a:ext cx="503788" cy="94721"/>
            <a:chOff x="6014087" y="4646472"/>
            <a:chExt cx="503788" cy="94721"/>
          </a:xfrm>
        </p:grpSpPr>
        <p:sp>
          <p:nvSpPr>
            <p:cNvPr id="46" name="Oval 45"/>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53" name="Oval 52"/>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Oval 53"/>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Oval 54"/>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Oval 55"/>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69530177"/>
      </p:ext>
    </p:extLst>
  </p:cSld>
  <p:clrMapOvr>
    <a:masterClrMapping/>
  </p:clrMapOvr>
  <p:extLst>
    <p:ext uri="{DCECCB84-F9BA-43D5-87BE-67443E8EF086}">
      <p15:sldGuideLst xmlns:p15="http://schemas.microsoft.com/office/powerpoint/2012/main">
        <p15:guide id="1" orient="horz" pos="1620">
          <p15:clr>
            <a:srgbClr val="FBAE40"/>
          </p15:clr>
        </p15:guide>
        <p15:guide id="2" pos="16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Structure">
    <p:spTree>
      <p:nvGrpSpPr>
        <p:cNvPr id="1" name=""/>
        <p:cNvGrpSpPr/>
        <p:nvPr/>
      </p:nvGrpSpPr>
      <p:grpSpPr>
        <a:xfrm>
          <a:off x="0" y="0"/>
          <a:ext cx="0" cy="0"/>
          <a:chOff x="0" y="0"/>
          <a:chExt cx="0" cy="0"/>
        </a:xfrm>
      </p:grpSpPr>
      <p:sp>
        <p:nvSpPr>
          <p:cNvPr id="47" name="Title 1"/>
          <p:cNvSpPr>
            <a:spLocks noGrp="1"/>
          </p:cNvSpPr>
          <p:nvPr>
            <p:ph type="ctrTitle" hasCustomPrompt="1"/>
          </p:nvPr>
        </p:nvSpPr>
        <p:spPr>
          <a:xfrm>
            <a:off x="271416" y="254000"/>
            <a:ext cx="5245100" cy="558800"/>
          </a:xfrm>
          <a:prstGeom prst="rect">
            <a:avLst/>
          </a:prstGeom>
          <a:noFill/>
        </p:spPr>
        <p:txBody>
          <a:bodyPr wrap="square" lIns="0" rtlCol="0" anchor="t" anchorCtr="0">
            <a:noAutofit/>
          </a:bodyPr>
          <a:lstStyle>
            <a:lvl1pPr marL="0" algn="l">
              <a:lnSpc>
                <a:spcPct val="98000"/>
              </a:lnSpc>
              <a:tabLst>
                <a:tab pos="457200" algn="l"/>
              </a:tabLst>
              <a:defRPr lang="en-US" sz="2600"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Team structure</a:t>
            </a:r>
          </a:p>
        </p:txBody>
      </p:sp>
      <p:sp>
        <p:nvSpPr>
          <p:cNvPr id="21" name="Picture Placeholder 9"/>
          <p:cNvSpPr>
            <a:spLocks noGrp="1"/>
          </p:cNvSpPr>
          <p:nvPr>
            <p:ph type="pic" sz="quarter" idx="13" hasCustomPrompt="1"/>
          </p:nvPr>
        </p:nvSpPr>
        <p:spPr>
          <a:xfrm>
            <a:off x="38232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30" name="Pladsholder til tekst 62"/>
          <p:cNvSpPr>
            <a:spLocks noGrp="1"/>
          </p:cNvSpPr>
          <p:nvPr>
            <p:ph type="body" sz="quarter" idx="30" hasCustomPrompt="1"/>
          </p:nvPr>
        </p:nvSpPr>
        <p:spPr>
          <a:xfrm>
            <a:off x="38232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31" name="Pladsholder til tekst 63"/>
          <p:cNvSpPr>
            <a:spLocks noGrp="1"/>
          </p:cNvSpPr>
          <p:nvPr>
            <p:ph type="body" sz="quarter" idx="31" hasCustomPrompt="1"/>
          </p:nvPr>
        </p:nvSpPr>
        <p:spPr>
          <a:xfrm>
            <a:off x="38232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33" name="Picture Placeholder 9"/>
          <p:cNvSpPr>
            <a:spLocks noGrp="1"/>
          </p:cNvSpPr>
          <p:nvPr>
            <p:ph type="pic" sz="quarter" idx="33" hasCustomPrompt="1"/>
          </p:nvPr>
        </p:nvSpPr>
        <p:spPr>
          <a:xfrm>
            <a:off x="260549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34" name="Pladsholder til tekst 62"/>
          <p:cNvSpPr>
            <a:spLocks noGrp="1"/>
          </p:cNvSpPr>
          <p:nvPr>
            <p:ph type="body" sz="quarter" idx="34" hasCustomPrompt="1"/>
          </p:nvPr>
        </p:nvSpPr>
        <p:spPr>
          <a:xfrm>
            <a:off x="260549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35" name="Pladsholder til tekst 63"/>
          <p:cNvSpPr>
            <a:spLocks noGrp="1"/>
          </p:cNvSpPr>
          <p:nvPr>
            <p:ph type="body" sz="quarter" idx="35" hasCustomPrompt="1"/>
          </p:nvPr>
        </p:nvSpPr>
        <p:spPr>
          <a:xfrm>
            <a:off x="260549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37" name="Picture Placeholder 9"/>
          <p:cNvSpPr>
            <a:spLocks noGrp="1"/>
          </p:cNvSpPr>
          <p:nvPr>
            <p:ph type="pic" sz="quarter" idx="37" hasCustomPrompt="1"/>
          </p:nvPr>
        </p:nvSpPr>
        <p:spPr>
          <a:xfrm>
            <a:off x="482866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38" name="Pladsholder til tekst 62"/>
          <p:cNvSpPr>
            <a:spLocks noGrp="1"/>
          </p:cNvSpPr>
          <p:nvPr>
            <p:ph type="body" sz="quarter" idx="38" hasCustomPrompt="1"/>
          </p:nvPr>
        </p:nvSpPr>
        <p:spPr>
          <a:xfrm>
            <a:off x="482866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39" name="Pladsholder til tekst 63"/>
          <p:cNvSpPr>
            <a:spLocks noGrp="1"/>
          </p:cNvSpPr>
          <p:nvPr>
            <p:ph type="body" sz="quarter" idx="39" hasCustomPrompt="1"/>
          </p:nvPr>
        </p:nvSpPr>
        <p:spPr>
          <a:xfrm>
            <a:off x="482866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41" name="Picture Placeholder 9"/>
          <p:cNvSpPr>
            <a:spLocks noGrp="1"/>
          </p:cNvSpPr>
          <p:nvPr>
            <p:ph type="pic" sz="quarter" idx="41" hasCustomPrompt="1"/>
          </p:nvPr>
        </p:nvSpPr>
        <p:spPr>
          <a:xfrm>
            <a:off x="7051832" y="1077588"/>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42" name="Pladsholder til tekst 62"/>
          <p:cNvSpPr>
            <a:spLocks noGrp="1"/>
          </p:cNvSpPr>
          <p:nvPr>
            <p:ph type="body" sz="quarter" idx="42" hasCustomPrompt="1"/>
          </p:nvPr>
        </p:nvSpPr>
        <p:spPr>
          <a:xfrm>
            <a:off x="7051832" y="1937202"/>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a:p>
            <a:endParaRPr lang="en-GB"/>
          </a:p>
        </p:txBody>
      </p:sp>
      <p:sp>
        <p:nvSpPr>
          <p:cNvPr id="43" name="Pladsholder til tekst 63"/>
          <p:cNvSpPr>
            <a:spLocks noGrp="1"/>
          </p:cNvSpPr>
          <p:nvPr>
            <p:ph type="body" sz="quarter" idx="43" hasCustomPrompt="1"/>
          </p:nvPr>
        </p:nvSpPr>
        <p:spPr>
          <a:xfrm>
            <a:off x="7051832" y="2188787"/>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62" name="Picture Placeholder 9"/>
          <p:cNvSpPr>
            <a:spLocks noGrp="1"/>
          </p:cNvSpPr>
          <p:nvPr>
            <p:ph type="pic" sz="quarter" idx="45" hasCustomPrompt="1"/>
          </p:nvPr>
        </p:nvSpPr>
        <p:spPr>
          <a:xfrm>
            <a:off x="38232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63" name="Pladsholder til tekst 62"/>
          <p:cNvSpPr>
            <a:spLocks noGrp="1"/>
          </p:cNvSpPr>
          <p:nvPr>
            <p:ph type="body" sz="quarter" idx="46" hasCustomPrompt="1"/>
          </p:nvPr>
        </p:nvSpPr>
        <p:spPr>
          <a:xfrm>
            <a:off x="38232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a:p>
            <a:endParaRPr lang="en-GB"/>
          </a:p>
        </p:txBody>
      </p:sp>
      <p:sp>
        <p:nvSpPr>
          <p:cNvPr id="64" name="Pladsholder til tekst 63"/>
          <p:cNvSpPr>
            <a:spLocks noGrp="1"/>
          </p:cNvSpPr>
          <p:nvPr>
            <p:ph type="body" sz="quarter" idx="47" hasCustomPrompt="1"/>
          </p:nvPr>
        </p:nvSpPr>
        <p:spPr>
          <a:xfrm>
            <a:off x="38232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66" name="Picture Placeholder 9"/>
          <p:cNvSpPr>
            <a:spLocks noGrp="1"/>
          </p:cNvSpPr>
          <p:nvPr>
            <p:ph type="pic" sz="quarter" idx="49" hasCustomPrompt="1"/>
          </p:nvPr>
        </p:nvSpPr>
        <p:spPr>
          <a:xfrm>
            <a:off x="260549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67" name="Pladsholder til tekst 62"/>
          <p:cNvSpPr>
            <a:spLocks noGrp="1"/>
          </p:cNvSpPr>
          <p:nvPr>
            <p:ph type="body" sz="quarter" idx="50" hasCustomPrompt="1"/>
          </p:nvPr>
        </p:nvSpPr>
        <p:spPr>
          <a:xfrm>
            <a:off x="260549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68" name="Pladsholder til tekst 63"/>
          <p:cNvSpPr>
            <a:spLocks noGrp="1"/>
          </p:cNvSpPr>
          <p:nvPr>
            <p:ph type="body" sz="quarter" idx="51" hasCustomPrompt="1"/>
          </p:nvPr>
        </p:nvSpPr>
        <p:spPr>
          <a:xfrm>
            <a:off x="260549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70" name="Picture Placeholder 9"/>
          <p:cNvSpPr>
            <a:spLocks noGrp="1"/>
          </p:cNvSpPr>
          <p:nvPr>
            <p:ph type="pic" sz="quarter" idx="53" hasCustomPrompt="1"/>
          </p:nvPr>
        </p:nvSpPr>
        <p:spPr>
          <a:xfrm>
            <a:off x="482866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71" name="Pladsholder til tekst 62"/>
          <p:cNvSpPr>
            <a:spLocks noGrp="1"/>
          </p:cNvSpPr>
          <p:nvPr>
            <p:ph type="body" sz="quarter" idx="54" hasCustomPrompt="1"/>
          </p:nvPr>
        </p:nvSpPr>
        <p:spPr>
          <a:xfrm>
            <a:off x="482866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72" name="Pladsholder til tekst 63"/>
          <p:cNvSpPr>
            <a:spLocks noGrp="1"/>
          </p:cNvSpPr>
          <p:nvPr>
            <p:ph type="body" sz="quarter" idx="55" hasCustomPrompt="1"/>
          </p:nvPr>
        </p:nvSpPr>
        <p:spPr>
          <a:xfrm>
            <a:off x="482866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74" name="Picture Placeholder 9"/>
          <p:cNvSpPr>
            <a:spLocks noGrp="1"/>
          </p:cNvSpPr>
          <p:nvPr>
            <p:ph type="pic" sz="quarter" idx="57" hasCustomPrompt="1"/>
          </p:nvPr>
        </p:nvSpPr>
        <p:spPr>
          <a:xfrm>
            <a:off x="7051832" y="3022502"/>
            <a:ext cx="838200" cy="838200"/>
          </a:xfrm>
          <a:prstGeom prst="ellipse">
            <a:avLst/>
          </a:prstGeom>
          <a:noFill/>
        </p:spPr>
        <p:txBody>
          <a:bodyPr anchor="t">
            <a:noAutofit/>
          </a:bodyPr>
          <a:lstStyle>
            <a:lvl1pPr marL="0" indent="0" algn="ctr">
              <a:buNone/>
              <a:defRPr sz="800" baseline="0">
                <a:solidFill>
                  <a:schemeClr val="accent2"/>
                </a:solidFill>
                <a:latin typeface="Arial" panose="020B0604020202020204" pitchFamily="34" charset="0"/>
                <a:cs typeface="Arial" panose="020B0604020202020204" pitchFamily="34" charset="0"/>
              </a:defRPr>
            </a:lvl1pPr>
          </a:lstStyle>
          <a:p>
            <a:r>
              <a:rPr lang="en-US"/>
              <a:t>Click to add image</a:t>
            </a:r>
            <a:endParaRPr lang="en-IN"/>
          </a:p>
        </p:txBody>
      </p:sp>
      <p:sp>
        <p:nvSpPr>
          <p:cNvPr id="75" name="Pladsholder til tekst 62"/>
          <p:cNvSpPr>
            <a:spLocks noGrp="1"/>
          </p:cNvSpPr>
          <p:nvPr>
            <p:ph type="body" sz="quarter" idx="58" hasCustomPrompt="1"/>
          </p:nvPr>
        </p:nvSpPr>
        <p:spPr>
          <a:xfrm>
            <a:off x="7051832" y="3882116"/>
            <a:ext cx="1727200" cy="230657"/>
          </a:xfrm>
        </p:spPr>
        <p:txBody>
          <a:bodyPr/>
          <a:lstStyle>
            <a:lvl1pPr marL="0" indent="0" algn="l">
              <a:buNone/>
              <a:defRPr sz="1050" b="1">
                <a:solidFill>
                  <a:schemeClr val="accent2"/>
                </a:solidFill>
                <a:latin typeface="Arial" panose="020B0604020202020204" pitchFamily="34" charset="0"/>
                <a:cs typeface="Arial" panose="020B0604020202020204" pitchFamily="34" charset="0"/>
              </a:defRPr>
            </a:lvl1pPr>
          </a:lstStyle>
          <a:p>
            <a:r>
              <a:rPr lang="en-GB"/>
              <a:t>Name</a:t>
            </a:r>
          </a:p>
        </p:txBody>
      </p:sp>
      <p:sp>
        <p:nvSpPr>
          <p:cNvPr id="76" name="Pladsholder til tekst 63"/>
          <p:cNvSpPr>
            <a:spLocks noGrp="1"/>
          </p:cNvSpPr>
          <p:nvPr>
            <p:ph type="body" sz="quarter" idx="59" hasCustomPrompt="1"/>
          </p:nvPr>
        </p:nvSpPr>
        <p:spPr>
          <a:xfrm>
            <a:off x="7051832" y="4133701"/>
            <a:ext cx="1727200" cy="218100"/>
          </a:xfrm>
        </p:spPr>
        <p:txBody>
          <a:bodyPr/>
          <a:lstStyle>
            <a:lvl1pPr marL="0" indent="0" algn="l">
              <a:buNone/>
              <a:defRPr sz="900" b="1">
                <a:solidFill>
                  <a:schemeClr val="accent2"/>
                </a:solidFill>
                <a:latin typeface="Arial" panose="020B0604020202020204" pitchFamily="34" charset="0"/>
                <a:cs typeface="Arial" panose="020B0604020202020204" pitchFamily="34" charset="0"/>
              </a:defRPr>
            </a:lvl1pPr>
          </a:lstStyle>
          <a:p>
            <a:r>
              <a:rPr lang="en-GB"/>
              <a:t>Designation</a:t>
            </a:r>
          </a:p>
        </p:txBody>
      </p:sp>
      <p:sp>
        <p:nvSpPr>
          <p:cNvPr id="44" name="Text Placeholder 2"/>
          <p:cNvSpPr>
            <a:spLocks noGrp="1"/>
          </p:cNvSpPr>
          <p:nvPr>
            <p:ph type="body" sz="quarter" idx="12" hasCustomPrompt="1"/>
          </p:nvPr>
        </p:nvSpPr>
        <p:spPr>
          <a:xfrm>
            <a:off x="277584" y="59563"/>
            <a:ext cx="1001713" cy="123794"/>
          </a:xfrm>
        </p:spPr>
        <p:txBody>
          <a:bodyPr wrap="none" tIns="0" bIns="0" anchor="ctr" anchorCtr="0"/>
          <a:lstStyle>
            <a:lvl1pPr marL="0" indent="0" algn="l" defTabSz="1828800" rtl="0" eaLnBrk="1" latinLnBrk="0" hangingPunct="1">
              <a:lnSpc>
                <a:spcPct val="90000"/>
              </a:lnSpc>
              <a:spcBef>
                <a:spcPts val="2000"/>
              </a:spcBef>
              <a:buFont typeface="Arial" panose="020B0604020202020204" pitchFamily="34" charset="0"/>
              <a:buNone/>
              <a:defRPr lang="en-US" sz="800"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2pPr>
            <a:lvl3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3pPr>
            <a:lvl4pPr marL="0" indent="0" algn="l" defTabSz="1828800" rtl="0" eaLnBrk="1" latinLnBrk="0" hangingPunct="1">
              <a:lnSpc>
                <a:spcPct val="90000"/>
              </a:lnSpc>
              <a:spcBef>
                <a:spcPts val="2000"/>
              </a:spcBef>
              <a:buFont typeface="Arial" panose="020B0604020202020204" pitchFamily="34" charset="0"/>
              <a:buNone/>
              <a:defRPr lang="en-US" sz="1600" b="1" kern="1200" dirty="0" smtClean="0">
                <a:solidFill>
                  <a:schemeClr val="accent1"/>
                </a:solidFill>
                <a:latin typeface="+mn-lt"/>
                <a:ea typeface="+mn-ea"/>
                <a:cs typeface="+mn-cs"/>
              </a:defRPr>
            </a:lvl4pPr>
            <a:lvl5pPr marL="0" indent="0" algn="l" defTabSz="1828800" rtl="0" eaLnBrk="1" latinLnBrk="0" hangingPunct="1">
              <a:lnSpc>
                <a:spcPct val="90000"/>
              </a:lnSpc>
              <a:spcBef>
                <a:spcPts val="2000"/>
              </a:spcBef>
              <a:buFont typeface="Arial" panose="020B0604020202020204" pitchFamily="34" charset="0"/>
              <a:buNone/>
              <a:defRPr lang="en-US" sz="1600" b="1" kern="1200" dirty="0">
                <a:solidFill>
                  <a:schemeClr val="accent1"/>
                </a:solidFill>
                <a:latin typeface="+mn-lt"/>
                <a:ea typeface="+mn-ea"/>
                <a:cs typeface="+mn-cs"/>
              </a:defRPr>
            </a:lvl5pPr>
          </a:lstStyle>
          <a:p>
            <a:pPr lvl="0"/>
            <a:r>
              <a:rPr lang="en-US"/>
              <a:t>0.0 Section name</a:t>
            </a:r>
          </a:p>
        </p:txBody>
      </p:sp>
      <p:sp>
        <p:nvSpPr>
          <p:cNvPr id="54" name="Rectangle 53"/>
          <p:cNvSpPr/>
          <p:nvPr userDrawn="1"/>
        </p:nvSpPr>
        <p:spPr>
          <a:xfrm>
            <a:off x="8903495" y="4975062"/>
            <a:ext cx="228600" cy="1428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cxnSp>
        <p:nvCxnSpPr>
          <p:cNvPr id="55" name="Lige forbindelse 8"/>
          <p:cNvCxnSpPr>
            <a:cxnSpLocks/>
          </p:cNvCxnSpPr>
          <p:nvPr userDrawn="1"/>
        </p:nvCxnSpPr>
        <p:spPr>
          <a:xfrm>
            <a:off x="7899751" y="4924622"/>
            <a:ext cx="1246648"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56" name="Footer Placeholder 4"/>
          <p:cNvSpPr txBox="1">
            <a:spLocks/>
          </p:cNvSpPr>
          <p:nvPr userDrawn="1"/>
        </p:nvSpPr>
        <p:spPr>
          <a:xfrm>
            <a:off x="7899751" y="4975673"/>
            <a:ext cx="83124" cy="111722"/>
          </a:xfrm>
          <a:prstGeom prst="rect">
            <a:avLst/>
          </a:prstGeom>
          <a:noFill/>
        </p:spPr>
        <p:txBody>
          <a:bodyPr vert="horz" lIns="0" tIns="45720" rIns="0" bIns="4572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b="0" u="none">
                <a:solidFill>
                  <a:schemeClr val="accent2"/>
                </a:solidFill>
                <a:latin typeface="Arial" panose="020B0604020202020204" pitchFamily="34" charset="0"/>
                <a:cs typeface="Arial" panose="020B0604020202020204" pitchFamily="34" charset="0"/>
              </a:rPr>
              <a:t>©</a:t>
            </a:r>
          </a:p>
        </p:txBody>
      </p:sp>
      <p:sp>
        <p:nvSpPr>
          <p:cNvPr id="69" name="Freeform 5"/>
          <p:cNvSpPr>
            <a:spLocks noEditPoints="1"/>
          </p:cNvSpPr>
          <p:nvPr userDrawn="1"/>
        </p:nvSpPr>
        <p:spPr bwMode="auto">
          <a:xfrm>
            <a:off x="8002022" y="4978054"/>
            <a:ext cx="282581" cy="109457"/>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TextBox 72"/>
          <p:cNvSpPr txBox="1"/>
          <p:nvPr userDrawn="1"/>
        </p:nvSpPr>
        <p:spPr>
          <a:xfrm>
            <a:off x="8264669" y="4933519"/>
            <a:ext cx="613587" cy="109728"/>
          </a:xfrm>
          <a:prstGeom prst="rect">
            <a:avLst/>
          </a:prstGeom>
          <a:noFill/>
        </p:spPr>
        <p:txBody>
          <a:bodyPr wrap="square" rtlCol="0">
            <a:spAutoFit/>
          </a:bodyPr>
          <a:lstStyle/>
          <a:p>
            <a:pPr algn="ctr"/>
            <a:r>
              <a:rPr lang="en-US" sz="600">
                <a:solidFill>
                  <a:schemeClr val="accent2"/>
                </a:solidFill>
                <a:latin typeface="Arial" panose="020B0604020202020204" pitchFamily="34" charset="0"/>
                <a:cs typeface="Arial" panose="020B0604020202020204" pitchFamily="34" charset="0"/>
              </a:rPr>
              <a:t>confidential</a:t>
            </a:r>
          </a:p>
        </p:txBody>
      </p:sp>
      <p:sp>
        <p:nvSpPr>
          <p:cNvPr id="77" name="Shape 257"/>
          <p:cNvSpPr txBox="1">
            <a:spLocks/>
          </p:cNvSpPr>
          <p:nvPr userDrawn="1"/>
        </p:nvSpPr>
        <p:spPr>
          <a:xfrm>
            <a:off x="8869969" y="4930742"/>
            <a:ext cx="259712" cy="194925"/>
          </a:xfrm>
          <a:prstGeom prst="rect">
            <a:avLst/>
          </a:prstGeom>
          <a:noFill/>
          <a:extLst>
            <a:ext uri="{C572A759-6A51-4108-AA02-DFA0A04FC94B}">
              <ma14:wrappingTextBoxFlag xmlns="" xmlns:ma14="http://schemas.microsoft.com/office/mac/drawingml/2011/main" val="1"/>
            </a:ext>
          </a:extLst>
        </p:spPr>
        <p:txBody>
          <a:bodyPr vert="horz" lIns="0" tIns="45720" rIns="0" bIns="4572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noProof="0" smtClean="0">
                <a:latin typeface="Arial" panose="020B0604020202020204" pitchFamily="34" charset="0"/>
                <a:cs typeface="Arial" panose="020B0604020202020204" pitchFamily="34" charset="0"/>
                <a:sym typeface="Arial"/>
              </a:rPr>
              <a:pPr lvl="0"/>
              <a:t>‹#›</a:t>
            </a:fld>
            <a:endParaRPr lang="en-GB" noProof="0">
              <a:latin typeface="Arial" panose="020B0604020202020204" pitchFamily="34" charset="0"/>
              <a:cs typeface="Arial" panose="020B0604020202020204" pitchFamily="34" charset="0"/>
              <a:sym typeface="Arial"/>
            </a:endParaRPr>
          </a:p>
        </p:txBody>
      </p:sp>
      <p:grpSp>
        <p:nvGrpSpPr>
          <p:cNvPr id="51" name="Group 50"/>
          <p:cNvGrpSpPr/>
          <p:nvPr userDrawn="1"/>
        </p:nvGrpSpPr>
        <p:grpSpPr>
          <a:xfrm>
            <a:off x="71948" y="4978614"/>
            <a:ext cx="503788" cy="94721"/>
            <a:chOff x="6014087" y="4646472"/>
            <a:chExt cx="503788" cy="94721"/>
          </a:xfrm>
        </p:grpSpPr>
        <p:sp>
          <p:nvSpPr>
            <p:cNvPr id="52" name="Oval 51"/>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a:t> </a:t>
              </a:r>
            </a:p>
          </p:txBody>
        </p:sp>
        <p:sp>
          <p:nvSpPr>
            <p:cNvPr id="53" name="Oval 52"/>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Oval 56"/>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Oval 57"/>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Oval 58"/>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06905694"/>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168"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rgbClr val="F2F2F2"/>
        </a:solidFill>
        <a:effectLst/>
      </p:bgPr>
    </p:bg>
    <p:spTree>
      <p:nvGrpSpPr>
        <p:cNvPr id="1" name=""/>
        <p:cNvGrpSpPr/>
        <p:nvPr/>
      </p:nvGrpSpPr>
      <p:grpSpPr>
        <a:xfrm>
          <a:off x="0" y="0"/>
          <a:ext cx="0" cy="0"/>
          <a:chOff x="0" y="0"/>
          <a:chExt cx="0" cy="0"/>
        </a:xfrm>
      </p:grpSpPr>
      <p:cxnSp>
        <p:nvCxnSpPr>
          <p:cNvPr id="21" name="Straight Connector 20"/>
          <p:cNvCxnSpPr>
            <a:cxnSpLocks/>
          </p:cNvCxnSpPr>
          <p:nvPr userDrawn="1"/>
        </p:nvCxnSpPr>
        <p:spPr>
          <a:xfrm>
            <a:off x="3769835" y="1896228"/>
            <a:ext cx="0" cy="1349618"/>
          </a:xfrm>
          <a:prstGeom prst="line">
            <a:avLst/>
          </a:prstGeom>
          <a:ln w="19050">
            <a:solidFill>
              <a:schemeClr val="bg2">
                <a:lumMod val="50000"/>
              </a:schemeClr>
            </a:solidFill>
            <a:miter lim="400000"/>
          </a:ln>
        </p:spPr>
      </p:cxnSp>
      <p:sp>
        <p:nvSpPr>
          <p:cNvPr id="28"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Presenter’s first and last name </a:t>
            </a:r>
          </a:p>
        </p:txBody>
      </p:sp>
      <p:sp>
        <p:nvSpPr>
          <p:cNvPr id="29"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Designation</a:t>
            </a:r>
          </a:p>
        </p:txBody>
      </p:sp>
      <p:sp>
        <p:nvSpPr>
          <p:cNvPr id="30" name="Pladsholder til tekst 20"/>
          <p:cNvSpPr>
            <a:spLocks noGrp="1"/>
          </p:cNvSpPr>
          <p:nvPr>
            <p:ph type="body" sz="quarter" idx="36" hasCustomPrompt="1"/>
          </p:nvPr>
        </p:nvSpPr>
        <p:spPr>
          <a:xfrm>
            <a:off x="4582711" y="3424147"/>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a:t>LinkedIn</a:t>
            </a:r>
            <a:r>
              <a:rPr lang="en-GB" spc="11"/>
              <a:t> ID</a:t>
            </a:r>
            <a:endParaRPr lang="en-GB"/>
          </a:p>
        </p:txBody>
      </p:sp>
      <p:sp>
        <p:nvSpPr>
          <p:cNvPr id="31" name="Pladsholder til tekst 22"/>
          <p:cNvSpPr>
            <a:spLocks noGrp="1"/>
          </p:cNvSpPr>
          <p:nvPr>
            <p:ph type="body" sz="quarter" idx="38" hasCustomPrompt="1"/>
          </p:nvPr>
        </p:nvSpPr>
        <p:spPr>
          <a:xfrm>
            <a:off x="4582711" y="3705695"/>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a:t>Twitter ID</a:t>
            </a:r>
          </a:p>
        </p:txBody>
      </p:sp>
      <p:pic>
        <p:nvPicPr>
          <p:cNvPr id="32" name="Picture 2" descr="Image result for linkedi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67200" y="3365682"/>
            <a:ext cx="263124" cy="26312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Image result for twitter logo 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33863" y="3611980"/>
            <a:ext cx="333624" cy="333624"/>
          </a:xfrm>
          <a:prstGeom prst="rect">
            <a:avLst/>
          </a:prstGeom>
          <a:noFill/>
          <a:extLst>
            <a:ext uri="{909E8E84-426E-40DD-AFC4-6F175D3DCCD1}">
              <a14:hiddenFill xmlns:a14="http://schemas.microsoft.com/office/drawing/2010/main">
                <a:solidFill>
                  <a:srgbClr val="FFFFFF"/>
                </a:solidFill>
              </a14:hiddenFill>
            </a:ext>
          </a:extLst>
        </p:spPr>
      </p:pic>
      <p:sp>
        <p:nvSpPr>
          <p:cNvPr id="16"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Thank You						 </a:t>
            </a:r>
            <a:br>
              <a:rPr lang="en-US"/>
            </a:br>
            <a:r>
              <a:rPr lang="en-US"/>
              <a:t>for your time					</a:t>
            </a:r>
          </a:p>
        </p:txBody>
      </p:sp>
      <p:pic>
        <p:nvPicPr>
          <p:cNvPr id="17" name="Picture 1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33400" y="1437856"/>
            <a:ext cx="2732400" cy="2294480"/>
          </a:xfrm>
          <a:prstGeom prst="rect">
            <a:avLst/>
          </a:prstGeom>
        </p:spPr>
      </p:pic>
    </p:spTree>
    <p:extLst>
      <p:ext uri="{BB962C8B-B14F-4D97-AF65-F5344CB8AC3E}">
        <p14:creationId xmlns:p14="http://schemas.microsoft.com/office/powerpoint/2010/main" val="1514372749"/>
      </p:ext>
    </p:extLst>
  </p:cSld>
  <p:clrMapOvr>
    <a:masterClrMapping/>
  </p:clrMapOvr>
  <p:extLst>
    <p:ext uri="{DCECCB84-F9BA-43D5-87BE-67443E8EF086}">
      <p15:sldGuideLst xmlns:p15="http://schemas.microsoft.com/office/powerpoint/2012/main">
        <p15:guide id="1" pos="4513"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hank you_optional">
    <p:bg>
      <p:bgPr>
        <a:solidFill>
          <a:srgbClr val="F2F2F2"/>
        </a:solidFill>
        <a:effectLst/>
      </p:bgPr>
    </p:bg>
    <p:spTree>
      <p:nvGrpSpPr>
        <p:cNvPr id="1" name=""/>
        <p:cNvGrpSpPr/>
        <p:nvPr/>
      </p:nvGrpSpPr>
      <p:grpSpPr>
        <a:xfrm>
          <a:off x="0" y="0"/>
          <a:ext cx="0" cy="0"/>
          <a:chOff x="0" y="0"/>
          <a:chExt cx="0" cy="0"/>
        </a:xfrm>
      </p:grpSpPr>
      <p:cxnSp>
        <p:nvCxnSpPr>
          <p:cNvPr id="21" name="Straight Connector 20"/>
          <p:cNvCxnSpPr>
            <a:cxnSpLocks/>
          </p:cNvCxnSpPr>
          <p:nvPr userDrawn="1"/>
        </p:nvCxnSpPr>
        <p:spPr>
          <a:xfrm>
            <a:off x="3769835" y="1896228"/>
            <a:ext cx="0" cy="1349618"/>
          </a:xfrm>
          <a:prstGeom prst="line">
            <a:avLst/>
          </a:prstGeom>
          <a:ln w="19050">
            <a:solidFill>
              <a:schemeClr val="bg2">
                <a:lumMod val="50000"/>
              </a:schemeClr>
            </a:solidFill>
            <a:miter lim="400000"/>
          </a:ln>
        </p:spPr>
      </p:cxnSp>
      <p:sp>
        <p:nvSpPr>
          <p:cNvPr id="16" name="Title 1"/>
          <p:cNvSpPr>
            <a:spLocks noGrp="1"/>
          </p:cNvSpPr>
          <p:nvPr>
            <p:ph type="ctrTitle" hasCustomPrompt="1"/>
          </p:nvPr>
        </p:nvSpPr>
        <p:spPr>
          <a:xfrm>
            <a:off x="4267199" y="2002166"/>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Thank You						 </a:t>
            </a:r>
            <a:br>
              <a:rPr lang="en-US"/>
            </a:br>
            <a:r>
              <a:rPr lang="en-US"/>
              <a:t>for your time					</a:t>
            </a:r>
          </a:p>
        </p:txBody>
      </p:sp>
      <p:pic>
        <p:nvPicPr>
          <p:cNvPr id="17" name="Picture 1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3400" y="1437856"/>
            <a:ext cx="2732400" cy="2294480"/>
          </a:xfrm>
          <a:prstGeom prst="rect">
            <a:avLst/>
          </a:prstGeom>
        </p:spPr>
      </p:pic>
    </p:spTree>
    <p:extLst>
      <p:ext uri="{BB962C8B-B14F-4D97-AF65-F5344CB8AC3E}">
        <p14:creationId xmlns:p14="http://schemas.microsoft.com/office/powerpoint/2010/main" val="644545021"/>
      </p:ext>
    </p:extLst>
  </p:cSld>
  <p:clrMapOvr>
    <a:masterClrMapping/>
  </p:clrMapOvr>
  <p:extLst>
    <p:ext uri="{DCECCB84-F9BA-43D5-87BE-67443E8EF086}">
      <p15:sldGuideLst xmlns:p15="http://schemas.microsoft.com/office/powerpoint/2012/main">
        <p15:guide id="1" pos="4513">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 you with Client/Partner logo">
    <p:spTree>
      <p:nvGrpSpPr>
        <p:cNvPr id="1" name=""/>
        <p:cNvGrpSpPr/>
        <p:nvPr/>
      </p:nvGrpSpPr>
      <p:grpSpPr>
        <a:xfrm>
          <a:off x="0" y="0"/>
          <a:ext cx="0" cy="0"/>
          <a:chOff x="0" y="0"/>
          <a:chExt cx="0" cy="0"/>
        </a:xfrm>
      </p:grpSpPr>
      <p:cxnSp>
        <p:nvCxnSpPr>
          <p:cNvPr id="9" name="Straight Connector 8"/>
          <p:cNvCxnSpPr>
            <a:cxnSpLocks/>
          </p:cNvCxnSpPr>
          <p:nvPr/>
        </p:nvCxnSpPr>
        <p:spPr>
          <a:xfrm>
            <a:off x="3769835" y="1896228"/>
            <a:ext cx="0" cy="1349618"/>
          </a:xfrm>
          <a:prstGeom prst="line">
            <a:avLst/>
          </a:prstGeom>
          <a:ln w="19050">
            <a:solidFill>
              <a:schemeClr val="bg2">
                <a:lumMod val="50000"/>
              </a:schemeClr>
            </a:solidFill>
            <a:miter lim="400000"/>
          </a:ln>
        </p:spPr>
      </p:cxnSp>
      <p:sp>
        <p:nvSpPr>
          <p:cNvPr id="16" name="Title 1"/>
          <p:cNvSpPr>
            <a:spLocks noGrp="1"/>
          </p:cNvSpPr>
          <p:nvPr>
            <p:ph type="ctrTitle" hasCustomPrompt="1"/>
          </p:nvPr>
        </p:nvSpPr>
        <p:spPr>
          <a:xfrm>
            <a:off x="4267199" y="1310123"/>
            <a:ext cx="5486400" cy="1165860"/>
          </a:xfrm>
          <a:prstGeom prst="rect">
            <a:avLst/>
          </a:prstGeom>
          <a:noFill/>
        </p:spPr>
        <p:txBody>
          <a:bodyPr wrap="square" rtlCol="0" anchor="ctr">
            <a:noAutofit/>
          </a:bodyPr>
          <a:lstStyle>
            <a:lvl1pPr marL="0" algn="l">
              <a:defRPr lang="en-US" sz="3600" u="sng" dirty="0">
                <a:solidFill>
                  <a:schemeClr val="accent1"/>
                </a:solidFill>
                <a:latin typeface="Arial" panose="020B0604020202020204" pitchFamily="34" charset="0"/>
                <a:ea typeface="+mn-ea"/>
                <a:cs typeface="Arial" panose="020B0604020202020204" pitchFamily="34" charset="0"/>
              </a:defRPr>
            </a:lvl1pPr>
          </a:lstStyle>
          <a:p>
            <a:pPr marL="0" lvl="0" algn="l"/>
            <a:r>
              <a:rPr lang="en-US"/>
              <a:t>Thank You						 </a:t>
            </a:r>
            <a:br>
              <a:rPr lang="en-US"/>
            </a:br>
            <a:r>
              <a:rPr lang="en-US"/>
              <a:t>for your time					</a:t>
            </a:r>
          </a:p>
        </p:txBody>
      </p:sp>
      <p:sp>
        <p:nvSpPr>
          <p:cNvPr id="27" name="Subtitle 2"/>
          <p:cNvSpPr>
            <a:spLocks noGrp="1"/>
          </p:cNvSpPr>
          <p:nvPr>
            <p:ph type="subTitle" idx="1" hasCustomPrompt="1"/>
          </p:nvPr>
        </p:nvSpPr>
        <p:spPr>
          <a:xfrm>
            <a:off x="4267200" y="2855768"/>
            <a:ext cx="3190875" cy="150332"/>
          </a:xfrm>
          <a:prstGeom prst="rect">
            <a:avLst/>
          </a:prstGeom>
          <a:noFill/>
        </p:spPr>
        <p:txBody>
          <a:bodyPr wrap="square" tIns="0" bIns="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US" sz="1150" b="1">
                <a:solidFill>
                  <a:schemeClr val="accent2"/>
                </a:solidFill>
                <a:latin typeface="Arial" panose="020B0604020202020204" pitchFamily="34" charset="0"/>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a:t>Presenter’s first and last name </a:t>
            </a:r>
          </a:p>
        </p:txBody>
      </p:sp>
      <p:sp>
        <p:nvSpPr>
          <p:cNvPr id="28" name="Text Placeholder 16"/>
          <p:cNvSpPr>
            <a:spLocks noGrp="1"/>
          </p:cNvSpPr>
          <p:nvPr>
            <p:ph type="body" sz="quarter" idx="10" hasCustomPrompt="1"/>
          </p:nvPr>
        </p:nvSpPr>
        <p:spPr>
          <a:xfrm>
            <a:off x="4267200" y="3084022"/>
            <a:ext cx="3190875" cy="149312"/>
          </a:xfrm>
          <a:prstGeom prst="rect">
            <a:avLst/>
          </a:prstGeom>
        </p:spPr>
        <p:txBody>
          <a:bodyPr tIns="0" bIns="0" anchor="ctr">
            <a:noAutofit/>
          </a:bodyPr>
          <a:lstStyle>
            <a:lvl1pPr>
              <a:buNone/>
              <a:defRPr kumimoji="0" lang="en-US" sz="950" b="1" i="0" u="none" strike="noStrike" kern="1200" cap="none" spc="0" normalizeH="0" baseline="0" noProof="0" dirty="0" smtClean="0">
                <a:ln>
                  <a:noFill/>
                </a:ln>
                <a:solidFill>
                  <a:schemeClr val="accent2"/>
                </a:solidFill>
                <a:effectLst/>
                <a:uLnTx/>
                <a:uFillTx/>
                <a:latin typeface="Arial" panose="020B0604020202020204" pitchFamily="34" charset="0"/>
                <a:ea typeface="+mn-ea"/>
                <a:cs typeface="Arial" panose="020B0604020202020204" pitchFamily="34" charset="0"/>
              </a:defRPr>
            </a:lvl1pPr>
          </a:lstStyle>
          <a:p>
            <a:pPr marL="0" marR="0" lvl="0" indent="0" algn="l" defTabSz="457200" rtl="0" eaLnBrk="1" fontAlgn="auto" latinLnBrk="0" hangingPunct="1">
              <a:lnSpc>
                <a:spcPct val="100000"/>
              </a:lnSpc>
              <a:spcBef>
                <a:spcPct val="20000"/>
              </a:spcBef>
              <a:spcAft>
                <a:spcPts val="0"/>
              </a:spcAft>
              <a:buClrTx/>
              <a:buSzTx/>
              <a:tabLst/>
              <a:defRPr/>
            </a:pPr>
            <a:r>
              <a:rPr lang="en-US"/>
              <a:t>Designation</a:t>
            </a:r>
          </a:p>
        </p:txBody>
      </p:sp>
      <p:sp>
        <p:nvSpPr>
          <p:cNvPr id="29" name="Pladsholder til tekst 20"/>
          <p:cNvSpPr>
            <a:spLocks noGrp="1"/>
          </p:cNvSpPr>
          <p:nvPr>
            <p:ph type="body" sz="quarter" idx="36" hasCustomPrompt="1"/>
          </p:nvPr>
        </p:nvSpPr>
        <p:spPr>
          <a:xfrm>
            <a:off x="4582711" y="3424147"/>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a:t>LinkedIn</a:t>
            </a:r>
            <a:r>
              <a:rPr lang="en-GB" spc="11"/>
              <a:t> ID</a:t>
            </a:r>
            <a:endParaRPr lang="en-GB"/>
          </a:p>
        </p:txBody>
      </p:sp>
      <p:sp>
        <p:nvSpPr>
          <p:cNvPr id="30" name="Pladsholder til tekst 22"/>
          <p:cNvSpPr>
            <a:spLocks noGrp="1"/>
          </p:cNvSpPr>
          <p:nvPr>
            <p:ph type="body" sz="quarter" idx="38" hasCustomPrompt="1"/>
          </p:nvPr>
        </p:nvSpPr>
        <p:spPr>
          <a:xfrm>
            <a:off x="4582711" y="3705695"/>
            <a:ext cx="2782294" cy="146194"/>
          </a:xfrm>
        </p:spPr>
        <p:txBody>
          <a:bodyPr wrap="square" tIns="0" bIns="0">
            <a:spAutoFit/>
          </a:bodyPr>
          <a:lstStyle>
            <a:lvl1pPr marL="0" indent="0">
              <a:buFontTx/>
              <a:buNone/>
              <a:defRPr sz="950" b="0" i="0">
                <a:latin typeface="Arial" panose="020B0604020202020204" pitchFamily="34" charset="0"/>
                <a:cs typeface="Arial" panose="020B0604020202020204" pitchFamily="34" charset="0"/>
              </a:defRPr>
            </a:lvl1pPr>
          </a:lstStyle>
          <a:p>
            <a:r>
              <a:rPr lang="en-GB"/>
              <a:t>Twitter ID</a:t>
            </a:r>
          </a:p>
        </p:txBody>
      </p:sp>
      <p:pic>
        <p:nvPicPr>
          <p:cNvPr id="31" name="Picture 2" descr="Image result for linkedin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267200" y="3365682"/>
            <a:ext cx="263124" cy="26312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Image result for twitter logo 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33863" y="3611980"/>
            <a:ext cx="333624" cy="33362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userDrawn="1"/>
        </p:nvPicPr>
        <p:blipFill rotWithShape="1">
          <a:blip r:embed="rId4">
            <a:extLst>
              <a:ext uri="{28A0092B-C50C-407E-A947-70E740481C1C}">
                <a14:useLocalDpi xmlns:a14="http://schemas.microsoft.com/office/drawing/2010/main" val="0"/>
              </a:ext>
            </a:extLst>
          </a:blip>
          <a:srcRect l="9981" t="11774" r="9918" b="11902"/>
          <a:stretch/>
        </p:blipFill>
        <p:spPr>
          <a:xfrm>
            <a:off x="270754" y="1926880"/>
            <a:ext cx="1645233" cy="1316432"/>
          </a:xfrm>
          <a:prstGeom prst="rect">
            <a:avLst/>
          </a:prstGeom>
        </p:spPr>
      </p:pic>
      <p:sp>
        <p:nvSpPr>
          <p:cNvPr id="17" name="Text Placeholder 7"/>
          <p:cNvSpPr>
            <a:spLocks noGrp="1"/>
          </p:cNvSpPr>
          <p:nvPr>
            <p:ph type="body" sz="quarter" idx="14" hasCustomPrompt="1"/>
          </p:nvPr>
        </p:nvSpPr>
        <p:spPr>
          <a:xfrm>
            <a:off x="2342673" y="1955800"/>
            <a:ext cx="1181100" cy="1231900"/>
          </a:xfrm>
        </p:spPr>
        <p:txBody>
          <a:bodyPr anchor="ctr"/>
          <a:lstStyle>
            <a:lvl1pPr marL="0" indent="0" algn="ctr">
              <a:buNone/>
              <a:defRPr sz="1100"/>
            </a:lvl1pPr>
          </a:lstStyle>
          <a:p>
            <a:pPr lvl="0"/>
            <a:r>
              <a:rPr lang="en-US"/>
              <a:t>Place Client / Partner Logo Here</a:t>
            </a:r>
          </a:p>
        </p:txBody>
      </p:sp>
    </p:spTree>
    <p:extLst>
      <p:ext uri="{BB962C8B-B14F-4D97-AF65-F5344CB8AC3E}">
        <p14:creationId xmlns:p14="http://schemas.microsoft.com/office/powerpoint/2010/main" val="29146891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slide">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a:xfrm>
            <a:off x="0" y="485775"/>
            <a:ext cx="9144000" cy="2286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350"/>
          </a:p>
        </p:txBody>
      </p:sp>
      <p:pic>
        <p:nvPicPr>
          <p:cNvPr id="12" name="Picture 11"/>
          <p:cNvPicPr>
            <a:picLocks noChangeAspect="1"/>
          </p:cNvPicPr>
          <p:nvPr userDrawn="1"/>
        </p:nvPicPr>
        <p:blipFill>
          <a:blip r:embed="rId2"/>
          <a:stretch>
            <a:fillRect/>
          </a:stretch>
        </p:blipFill>
        <p:spPr>
          <a:xfrm>
            <a:off x="-11340" y="1"/>
            <a:ext cx="9155340" cy="3717266"/>
          </a:xfrm>
          <a:prstGeom prst="rect">
            <a:avLst/>
          </a:prstGeom>
        </p:spPr>
      </p:pic>
    </p:spTree>
    <p:extLst>
      <p:ext uri="{BB962C8B-B14F-4D97-AF65-F5344CB8AC3E}">
        <p14:creationId xmlns:p14="http://schemas.microsoft.com/office/powerpoint/2010/main" val="8746016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ontent slide">
    <p:spTree>
      <p:nvGrpSpPr>
        <p:cNvPr id="1" name=""/>
        <p:cNvGrpSpPr/>
        <p:nvPr/>
      </p:nvGrpSpPr>
      <p:grpSpPr>
        <a:xfrm>
          <a:off x="0" y="0"/>
          <a:ext cx="0" cy="0"/>
          <a:chOff x="0" y="0"/>
          <a:chExt cx="0" cy="0"/>
        </a:xfrm>
      </p:grpSpPr>
      <p:sp>
        <p:nvSpPr>
          <p:cNvPr id="5" name="Text Placeholder 14"/>
          <p:cNvSpPr>
            <a:spLocks noGrp="1"/>
          </p:cNvSpPr>
          <p:nvPr>
            <p:ph type="body" sz="quarter" idx="11" hasCustomPrompt="1"/>
          </p:nvPr>
        </p:nvSpPr>
        <p:spPr>
          <a:xfrm>
            <a:off x="460376" y="108855"/>
            <a:ext cx="8229600" cy="438582"/>
          </a:xfrm>
          <a:noFill/>
          <a:ln w="9525">
            <a:noFill/>
            <a:miter lim="800000"/>
            <a:headEnd/>
            <a:tailEnd/>
          </a:ln>
        </p:spPr>
        <p:txBody>
          <a:bodyPr vert="horz" wrap="square" lIns="91440" tIns="45720" rIns="91440" bIns="45720" numCol="1" rtlCol="0" anchor="t" anchorCtr="0" compatLnSpc="1">
            <a:prstTxWarp prst="textNoShape">
              <a:avLst/>
            </a:prstTxWarp>
            <a:spAutoFit/>
          </a:bodyPr>
          <a:lstStyle>
            <a:lvl1pPr algn="l" defTabSz="342900" rtl="0" eaLnBrk="1" latinLnBrk="0" hangingPunct="1">
              <a:spcBef>
                <a:spcPct val="0"/>
              </a:spcBef>
              <a:buNone/>
              <a:defRPr lang="en-US" sz="2250" b="1" kern="1200" baseline="0" dirty="0" smtClean="0">
                <a:solidFill>
                  <a:schemeClr val="tx1">
                    <a:lumMod val="65000"/>
                    <a:lumOff val="35000"/>
                  </a:schemeClr>
                </a:solidFill>
                <a:latin typeface="+mj-lt"/>
                <a:ea typeface="+mn-ea"/>
                <a:cs typeface="Arial"/>
              </a:defRPr>
            </a:lvl1pPr>
          </a:lstStyle>
          <a:p>
            <a:pPr lvl="0"/>
            <a:r>
              <a:rPr lang="en-US"/>
              <a:t>Insert Title Here</a:t>
            </a:r>
          </a:p>
        </p:txBody>
      </p:sp>
      <p:sp>
        <p:nvSpPr>
          <p:cNvPr id="7" name="Text Placeholder 5"/>
          <p:cNvSpPr>
            <a:spLocks noGrp="1"/>
          </p:cNvSpPr>
          <p:nvPr>
            <p:ph type="body" sz="quarter" idx="16" hasCustomPrompt="1"/>
          </p:nvPr>
        </p:nvSpPr>
        <p:spPr>
          <a:xfrm>
            <a:off x="457201" y="1020367"/>
            <a:ext cx="8240713" cy="3355181"/>
          </a:xfrm>
        </p:spPr>
        <p:txBody>
          <a:bodyPr/>
          <a:lstStyle>
            <a:lvl1pPr>
              <a:buClr>
                <a:srgbClr val="0070C0"/>
              </a:buClr>
              <a:defRPr sz="1650">
                <a:solidFill>
                  <a:srgbClr val="595959"/>
                </a:solidFill>
              </a:defRPr>
            </a:lvl1pPr>
            <a:lvl2pPr>
              <a:buClr>
                <a:srgbClr val="0070C0"/>
              </a:buClr>
              <a:buFont typeface="Arial" pitchFamily="34" charset="0"/>
              <a:buChar char="•"/>
              <a:defRPr>
                <a:solidFill>
                  <a:srgbClr val="595959"/>
                </a:solidFill>
              </a:defRPr>
            </a:lvl2pPr>
            <a:lvl3pPr>
              <a:buClr>
                <a:srgbClr val="0070C0"/>
              </a:buClr>
              <a:buFont typeface="Arial" pitchFamily="34" charset="0"/>
              <a:buChar char="•"/>
              <a:defRPr>
                <a:solidFill>
                  <a:srgbClr val="595959"/>
                </a:solidFill>
              </a:defRPr>
            </a:lvl3pPr>
            <a:lvl4pPr>
              <a:buClr>
                <a:srgbClr val="0070C0"/>
              </a:buClr>
              <a:buFont typeface="Arial" pitchFamily="34" charset="0"/>
              <a:buChar char="•"/>
              <a:defRPr>
                <a:solidFill>
                  <a:srgbClr val="595959"/>
                </a:solidFill>
              </a:defRPr>
            </a:lvl4pPr>
            <a:lvl5pPr>
              <a:buClr>
                <a:srgbClr val="0070C0"/>
              </a:buClr>
              <a:buFont typeface="Arial" pitchFamily="34" charset="0"/>
              <a:buChar char="•"/>
              <a:defRPr>
                <a:solidFill>
                  <a:srgbClr val="595959"/>
                </a:solidFill>
              </a:defRPr>
            </a:lvl5pPr>
          </a:lstStyle>
          <a:p>
            <a:pPr lvl="0"/>
            <a:r>
              <a:rPr lang="en-IN"/>
              <a:t>Please use bullet points on this slide when the content is heavy break it up into highlights, don’t use paragraphs of text</a:t>
            </a:r>
            <a:endParaRPr lang="en-US"/>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7311381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667DBB9-4B49-4AE3-8BB4-2DF230ACECC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1FE913-7665-44EA-9637-F83C3BC3D6F6}" type="slidenum">
              <a:rPr lang="en-US" smtClean="0"/>
              <a:t>‹#›</a:t>
            </a:fld>
            <a:endParaRPr lang="en-US"/>
          </a:p>
        </p:txBody>
      </p:sp>
    </p:spTree>
    <p:extLst>
      <p:ext uri="{BB962C8B-B14F-4D97-AF65-F5344CB8AC3E}">
        <p14:creationId xmlns:p14="http://schemas.microsoft.com/office/powerpoint/2010/main" val="3393405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67DBB9-4B49-4AE3-8BB4-2DF230ACECC9}" type="datetimeFigureOut">
              <a:rPr lang="en-US" smtClean="0"/>
              <a:t>3/14/2026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1FE913-7665-44EA-9637-F83C3BC3D6F6}" type="slidenum">
              <a:rPr lang="en-US" smtClean="0"/>
              <a:t>‹#›</a:t>
            </a:fld>
            <a:endParaRPr lang="en-US"/>
          </a:p>
        </p:txBody>
      </p:sp>
    </p:spTree>
    <p:extLst>
      <p:ext uri="{BB962C8B-B14F-4D97-AF65-F5344CB8AC3E}">
        <p14:creationId xmlns:p14="http://schemas.microsoft.com/office/powerpoint/2010/main" val="26655240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9019" y="256032"/>
            <a:ext cx="3200400" cy="914400"/>
          </a:xfrm>
          <a:prstGeom prst="rect">
            <a:avLst/>
          </a:prstGeom>
          <a:noFill/>
          <a:ln w="9525">
            <a:noFill/>
            <a:miter lim="800000"/>
            <a:headEnd/>
            <a:tailEnd/>
          </a:ln>
        </p:spPr>
        <p:txBody>
          <a:bodyPr vert="horz" wrap="square" lIns="0" tIns="45720" rIns="91440" bIns="45720" numCol="1" rtlCol="0" anchor="ctr" anchorCtr="0" compatLnSpc="1">
            <a:prstTxWarp prst="textNoShape">
              <a:avLst/>
            </a:prstTxWarp>
            <a:noAutofit/>
          </a:bodyPr>
          <a:lstStyle/>
          <a:p>
            <a:pPr marL="0" lvl="0" eaLnBrk="0" hangingPunct="0">
              <a:spcBef>
                <a:spcPct val="20000"/>
              </a:spcBef>
            </a:pPr>
            <a:r>
              <a:rPr lang="en-US"/>
              <a:t>Click to edit Master title style</a:t>
            </a:r>
          </a:p>
        </p:txBody>
      </p:sp>
      <p:sp>
        <p:nvSpPr>
          <p:cNvPr id="3" name="Text Placeholder 2"/>
          <p:cNvSpPr>
            <a:spLocks noGrp="1"/>
          </p:cNvSpPr>
          <p:nvPr>
            <p:ph type="body" idx="1"/>
          </p:nvPr>
        </p:nvSpPr>
        <p:spPr>
          <a:xfrm>
            <a:off x="259019" y="1248937"/>
            <a:ext cx="8627806" cy="3484555"/>
          </a:xfrm>
          <a:prstGeom prst="rect">
            <a:avLst/>
          </a:prstGeom>
        </p:spPr>
        <p:txBody>
          <a:bodyPr lIns="45720" tIns="45720" rIns="45720" bIns="4572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0" name="Group 109"/>
          <p:cNvGrpSpPr/>
          <p:nvPr userDrawn="1"/>
        </p:nvGrpSpPr>
        <p:grpSpPr>
          <a:xfrm>
            <a:off x="4006715" y="-155461"/>
            <a:ext cx="152400" cy="122115"/>
            <a:chOff x="7983415" y="6582508"/>
            <a:chExt cx="152400" cy="486507"/>
          </a:xfrm>
        </p:grpSpPr>
        <p:cxnSp>
          <p:nvCxnSpPr>
            <p:cNvPr id="111" name="Straight Connector 1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3" name="Group 112"/>
          <p:cNvGrpSpPr/>
          <p:nvPr userDrawn="1"/>
        </p:nvGrpSpPr>
        <p:grpSpPr>
          <a:xfrm>
            <a:off x="3540588" y="-155461"/>
            <a:ext cx="152400" cy="122115"/>
            <a:chOff x="7983415" y="6582508"/>
            <a:chExt cx="152400" cy="486507"/>
          </a:xfrm>
        </p:grpSpPr>
        <p:cxnSp>
          <p:nvCxnSpPr>
            <p:cNvPr id="114" name="Straight Connector 1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6" name="Group 115"/>
          <p:cNvGrpSpPr/>
          <p:nvPr userDrawn="1"/>
        </p:nvGrpSpPr>
        <p:grpSpPr>
          <a:xfrm>
            <a:off x="3074461" y="-155461"/>
            <a:ext cx="152400" cy="122115"/>
            <a:chOff x="7983415" y="6582508"/>
            <a:chExt cx="152400" cy="486507"/>
          </a:xfrm>
        </p:grpSpPr>
        <p:cxnSp>
          <p:nvCxnSpPr>
            <p:cNvPr id="117" name="Straight Connector 1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19" name="Group 118"/>
          <p:cNvGrpSpPr/>
          <p:nvPr userDrawn="1"/>
        </p:nvGrpSpPr>
        <p:grpSpPr>
          <a:xfrm>
            <a:off x="2608334" y="-155461"/>
            <a:ext cx="152400" cy="122115"/>
            <a:chOff x="7983415" y="6582508"/>
            <a:chExt cx="152400" cy="486507"/>
          </a:xfrm>
        </p:grpSpPr>
        <p:cxnSp>
          <p:nvCxnSpPr>
            <p:cNvPr id="120" name="Straight Connector 1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22" name="Group 121"/>
          <p:cNvGrpSpPr/>
          <p:nvPr userDrawn="1"/>
        </p:nvGrpSpPr>
        <p:grpSpPr>
          <a:xfrm>
            <a:off x="2142207" y="-155461"/>
            <a:ext cx="152400" cy="122115"/>
            <a:chOff x="7983415" y="6582508"/>
            <a:chExt cx="152400" cy="486507"/>
          </a:xfrm>
        </p:grpSpPr>
        <p:cxnSp>
          <p:nvCxnSpPr>
            <p:cNvPr id="123" name="Straight Connector 1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25" name="Group 124"/>
          <p:cNvGrpSpPr/>
          <p:nvPr userDrawn="1"/>
        </p:nvGrpSpPr>
        <p:grpSpPr>
          <a:xfrm>
            <a:off x="1676080" y="-155461"/>
            <a:ext cx="152400" cy="122115"/>
            <a:chOff x="7983415" y="6582508"/>
            <a:chExt cx="152400" cy="486507"/>
          </a:xfrm>
        </p:grpSpPr>
        <p:cxnSp>
          <p:nvCxnSpPr>
            <p:cNvPr id="126" name="Straight Connector 1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169" name="Straight Connector 168"/>
          <p:cNvCxnSpPr/>
          <p:nvPr userDrawn="1"/>
        </p:nvCxnSpPr>
        <p:spPr>
          <a:xfrm>
            <a:off x="430099" y="-155461"/>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170" name="Group 169"/>
          <p:cNvGrpSpPr/>
          <p:nvPr userDrawn="1"/>
        </p:nvGrpSpPr>
        <p:grpSpPr>
          <a:xfrm>
            <a:off x="743826" y="-155461"/>
            <a:ext cx="152400" cy="122115"/>
            <a:chOff x="7983415" y="6582508"/>
            <a:chExt cx="152400" cy="486507"/>
          </a:xfrm>
        </p:grpSpPr>
        <p:cxnSp>
          <p:nvCxnSpPr>
            <p:cNvPr id="171" name="Straight Connector 17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76" name="Group 175"/>
          <p:cNvGrpSpPr/>
          <p:nvPr userDrawn="1"/>
        </p:nvGrpSpPr>
        <p:grpSpPr>
          <a:xfrm>
            <a:off x="1209953" y="-155461"/>
            <a:ext cx="152400" cy="122115"/>
            <a:chOff x="7983415" y="6582508"/>
            <a:chExt cx="152400" cy="486507"/>
          </a:xfrm>
        </p:grpSpPr>
        <p:cxnSp>
          <p:nvCxnSpPr>
            <p:cNvPr id="177" name="Straight Connector 17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3" name="Group 232"/>
          <p:cNvGrpSpPr/>
          <p:nvPr userDrawn="1"/>
        </p:nvGrpSpPr>
        <p:grpSpPr>
          <a:xfrm>
            <a:off x="7269604" y="-155461"/>
            <a:ext cx="152400" cy="122115"/>
            <a:chOff x="7983415" y="6582508"/>
            <a:chExt cx="152400" cy="486507"/>
          </a:xfrm>
        </p:grpSpPr>
        <p:cxnSp>
          <p:nvCxnSpPr>
            <p:cNvPr id="234" name="Straight Connector 23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6" name="Group 235"/>
          <p:cNvGrpSpPr/>
          <p:nvPr userDrawn="1"/>
        </p:nvGrpSpPr>
        <p:grpSpPr>
          <a:xfrm>
            <a:off x="6803477" y="-155461"/>
            <a:ext cx="152400" cy="122115"/>
            <a:chOff x="7983415" y="6582508"/>
            <a:chExt cx="152400" cy="486507"/>
          </a:xfrm>
        </p:grpSpPr>
        <p:cxnSp>
          <p:nvCxnSpPr>
            <p:cNvPr id="237" name="Straight Connector 23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39" name="Group 238"/>
          <p:cNvGrpSpPr/>
          <p:nvPr userDrawn="1"/>
        </p:nvGrpSpPr>
        <p:grpSpPr>
          <a:xfrm>
            <a:off x="6337350" y="-155461"/>
            <a:ext cx="152400" cy="122115"/>
            <a:chOff x="7983415" y="6582508"/>
            <a:chExt cx="152400" cy="486507"/>
          </a:xfrm>
        </p:grpSpPr>
        <p:cxnSp>
          <p:nvCxnSpPr>
            <p:cNvPr id="240" name="Straight Connector 23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2" name="Group 241"/>
          <p:cNvGrpSpPr/>
          <p:nvPr userDrawn="1"/>
        </p:nvGrpSpPr>
        <p:grpSpPr>
          <a:xfrm>
            <a:off x="5871223" y="-155461"/>
            <a:ext cx="152400" cy="122115"/>
            <a:chOff x="7983415" y="6582508"/>
            <a:chExt cx="152400" cy="486507"/>
          </a:xfrm>
        </p:grpSpPr>
        <p:cxnSp>
          <p:nvCxnSpPr>
            <p:cNvPr id="243" name="Straight Connector 24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5" name="Group 244"/>
          <p:cNvGrpSpPr/>
          <p:nvPr userDrawn="1"/>
        </p:nvGrpSpPr>
        <p:grpSpPr>
          <a:xfrm>
            <a:off x="5405096" y="-155461"/>
            <a:ext cx="152400" cy="122115"/>
            <a:chOff x="7983415" y="6582508"/>
            <a:chExt cx="152400" cy="486507"/>
          </a:xfrm>
        </p:grpSpPr>
        <p:cxnSp>
          <p:nvCxnSpPr>
            <p:cNvPr id="246" name="Straight Connector 24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48" name="Group 247"/>
          <p:cNvGrpSpPr/>
          <p:nvPr userDrawn="1"/>
        </p:nvGrpSpPr>
        <p:grpSpPr>
          <a:xfrm>
            <a:off x="4938969" y="-155461"/>
            <a:ext cx="152400" cy="122115"/>
            <a:chOff x="7983415" y="6582508"/>
            <a:chExt cx="152400" cy="486507"/>
          </a:xfrm>
        </p:grpSpPr>
        <p:cxnSp>
          <p:nvCxnSpPr>
            <p:cNvPr id="249" name="Straight Connector 24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54" name="Group 253"/>
          <p:cNvGrpSpPr/>
          <p:nvPr userDrawn="1"/>
        </p:nvGrpSpPr>
        <p:grpSpPr>
          <a:xfrm>
            <a:off x="4472842" y="-155461"/>
            <a:ext cx="152400" cy="122115"/>
            <a:chOff x="7983415" y="6582508"/>
            <a:chExt cx="152400" cy="486507"/>
          </a:xfrm>
        </p:grpSpPr>
        <p:cxnSp>
          <p:nvCxnSpPr>
            <p:cNvPr id="255" name="Straight Connector 25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268" name="Straight Connector 267"/>
          <p:cNvCxnSpPr/>
          <p:nvPr userDrawn="1"/>
        </p:nvCxnSpPr>
        <p:spPr>
          <a:xfrm>
            <a:off x="8667987" y="-155461"/>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269" name="Group 268"/>
          <p:cNvGrpSpPr/>
          <p:nvPr userDrawn="1"/>
        </p:nvGrpSpPr>
        <p:grpSpPr>
          <a:xfrm>
            <a:off x="8201858" y="-155461"/>
            <a:ext cx="152400" cy="122115"/>
            <a:chOff x="7983415" y="6582508"/>
            <a:chExt cx="152400" cy="486507"/>
          </a:xfrm>
        </p:grpSpPr>
        <p:cxnSp>
          <p:nvCxnSpPr>
            <p:cNvPr id="270" name="Straight Connector 2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72" name="Group 271"/>
          <p:cNvGrpSpPr/>
          <p:nvPr userDrawn="1"/>
        </p:nvGrpSpPr>
        <p:grpSpPr>
          <a:xfrm>
            <a:off x="7735731" y="-155461"/>
            <a:ext cx="152400" cy="122115"/>
            <a:chOff x="7983415" y="6582508"/>
            <a:chExt cx="152400" cy="486507"/>
          </a:xfrm>
        </p:grpSpPr>
        <p:cxnSp>
          <p:nvCxnSpPr>
            <p:cNvPr id="273" name="Straight Connector 2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2" name="Group 331"/>
          <p:cNvGrpSpPr/>
          <p:nvPr userDrawn="1"/>
        </p:nvGrpSpPr>
        <p:grpSpPr>
          <a:xfrm>
            <a:off x="4006715" y="5185797"/>
            <a:ext cx="152400" cy="122115"/>
            <a:chOff x="7983415" y="6582508"/>
            <a:chExt cx="152400" cy="486507"/>
          </a:xfrm>
        </p:grpSpPr>
        <p:cxnSp>
          <p:nvCxnSpPr>
            <p:cNvPr id="333" name="Straight Connector 33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4" name="Straight Connector 333"/>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5" name="Group 334"/>
          <p:cNvGrpSpPr/>
          <p:nvPr userDrawn="1"/>
        </p:nvGrpSpPr>
        <p:grpSpPr>
          <a:xfrm>
            <a:off x="3540588" y="5185797"/>
            <a:ext cx="152400" cy="122115"/>
            <a:chOff x="7983415" y="6582508"/>
            <a:chExt cx="152400" cy="486507"/>
          </a:xfrm>
        </p:grpSpPr>
        <p:cxnSp>
          <p:nvCxnSpPr>
            <p:cNvPr id="336" name="Straight Connector 33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7" name="Straight Connector 33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38" name="Group 337"/>
          <p:cNvGrpSpPr/>
          <p:nvPr userDrawn="1"/>
        </p:nvGrpSpPr>
        <p:grpSpPr>
          <a:xfrm>
            <a:off x="3074461" y="5185797"/>
            <a:ext cx="152400" cy="122115"/>
            <a:chOff x="7983415" y="6582508"/>
            <a:chExt cx="152400" cy="486507"/>
          </a:xfrm>
        </p:grpSpPr>
        <p:cxnSp>
          <p:nvCxnSpPr>
            <p:cNvPr id="339" name="Straight Connector 33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0" name="Straight Connector 33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1" name="Group 340"/>
          <p:cNvGrpSpPr/>
          <p:nvPr userDrawn="1"/>
        </p:nvGrpSpPr>
        <p:grpSpPr>
          <a:xfrm>
            <a:off x="2608334" y="5185797"/>
            <a:ext cx="152400" cy="122115"/>
            <a:chOff x="7983415" y="6582508"/>
            <a:chExt cx="152400" cy="486507"/>
          </a:xfrm>
        </p:grpSpPr>
        <p:cxnSp>
          <p:nvCxnSpPr>
            <p:cNvPr id="342" name="Straight Connector 34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3" name="Straight Connector 34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4" name="Group 343"/>
          <p:cNvGrpSpPr/>
          <p:nvPr userDrawn="1"/>
        </p:nvGrpSpPr>
        <p:grpSpPr>
          <a:xfrm>
            <a:off x="2142207" y="5185797"/>
            <a:ext cx="152400" cy="122115"/>
            <a:chOff x="7983415" y="6582508"/>
            <a:chExt cx="152400" cy="486507"/>
          </a:xfrm>
        </p:grpSpPr>
        <p:cxnSp>
          <p:nvCxnSpPr>
            <p:cNvPr id="345" name="Straight Connector 34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6" name="Straight Connector 34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47" name="Group 346"/>
          <p:cNvGrpSpPr/>
          <p:nvPr userDrawn="1"/>
        </p:nvGrpSpPr>
        <p:grpSpPr>
          <a:xfrm>
            <a:off x="1676080" y="5185797"/>
            <a:ext cx="152400" cy="122115"/>
            <a:chOff x="7983415" y="6582508"/>
            <a:chExt cx="152400" cy="486507"/>
          </a:xfrm>
        </p:grpSpPr>
        <p:cxnSp>
          <p:nvCxnSpPr>
            <p:cNvPr id="348" name="Straight Connector 34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49" name="Straight Connector 348"/>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50" name="Straight Connector 349"/>
          <p:cNvCxnSpPr/>
          <p:nvPr userDrawn="1"/>
        </p:nvCxnSpPr>
        <p:spPr>
          <a:xfrm>
            <a:off x="430099" y="518579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51" name="Group 350"/>
          <p:cNvGrpSpPr/>
          <p:nvPr userDrawn="1"/>
        </p:nvGrpSpPr>
        <p:grpSpPr>
          <a:xfrm>
            <a:off x="743826" y="5185797"/>
            <a:ext cx="152400" cy="122115"/>
            <a:chOff x="7983415" y="6582508"/>
            <a:chExt cx="152400" cy="486507"/>
          </a:xfrm>
        </p:grpSpPr>
        <p:cxnSp>
          <p:nvCxnSpPr>
            <p:cNvPr id="352" name="Straight Connector 351"/>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3" name="Straight Connector 352"/>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4" name="Group 353"/>
          <p:cNvGrpSpPr/>
          <p:nvPr userDrawn="1"/>
        </p:nvGrpSpPr>
        <p:grpSpPr>
          <a:xfrm>
            <a:off x="1209953" y="5185797"/>
            <a:ext cx="152400" cy="122115"/>
            <a:chOff x="7983415" y="6582508"/>
            <a:chExt cx="152400" cy="486507"/>
          </a:xfrm>
        </p:grpSpPr>
        <p:cxnSp>
          <p:nvCxnSpPr>
            <p:cNvPr id="355" name="Straight Connector 354"/>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57" name="Group 356"/>
          <p:cNvGrpSpPr/>
          <p:nvPr userDrawn="1"/>
        </p:nvGrpSpPr>
        <p:grpSpPr>
          <a:xfrm>
            <a:off x="7269604" y="5185797"/>
            <a:ext cx="152400" cy="122115"/>
            <a:chOff x="7983415" y="6582508"/>
            <a:chExt cx="152400" cy="486507"/>
          </a:xfrm>
        </p:grpSpPr>
        <p:cxnSp>
          <p:nvCxnSpPr>
            <p:cNvPr id="358" name="Straight Connector 357"/>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0" name="Group 359"/>
          <p:cNvGrpSpPr/>
          <p:nvPr userDrawn="1"/>
        </p:nvGrpSpPr>
        <p:grpSpPr>
          <a:xfrm>
            <a:off x="6803477" y="5185797"/>
            <a:ext cx="152400" cy="122115"/>
            <a:chOff x="7983415" y="6582508"/>
            <a:chExt cx="152400" cy="486507"/>
          </a:xfrm>
        </p:grpSpPr>
        <p:cxnSp>
          <p:nvCxnSpPr>
            <p:cNvPr id="361" name="Straight Connector 36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2" name="Straight Connector 361"/>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3" name="Group 362"/>
          <p:cNvGrpSpPr/>
          <p:nvPr userDrawn="1"/>
        </p:nvGrpSpPr>
        <p:grpSpPr>
          <a:xfrm>
            <a:off x="6337350" y="5185797"/>
            <a:ext cx="152400" cy="122115"/>
            <a:chOff x="7983415" y="6582508"/>
            <a:chExt cx="152400" cy="486507"/>
          </a:xfrm>
        </p:grpSpPr>
        <p:cxnSp>
          <p:nvCxnSpPr>
            <p:cNvPr id="364" name="Straight Connector 36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5" name="Straight Connector 36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6" name="Group 365"/>
          <p:cNvGrpSpPr/>
          <p:nvPr userDrawn="1"/>
        </p:nvGrpSpPr>
        <p:grpSpPr>
          <a:xfrm>
            <a:off x="5871223" y="5185797"/>
            <a:ext cx="152400" cy="122115"/>
            <a:chOff x="7983415" y="6582508"/>
            <a:chExt cx="152400" cy="486507"/>
          </a:xfrm>
        </p:grpSpPr>
        <p:cxnSp>
          <p:nvCxnSpPr>
            <p:cNvPr id="367" name="Straight Connector 36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69" name="Group 368"/>
          <p:cNvGrpSpPr/>
          <p:nvPr userDrawn="1"/>
        </p:nvGrpSpPr>
        <p:grpSpPr>
          <a:xfrm>
            <a:off x="5405096" y="5185797"/>
            <a:ext cx="152400" cy="122115"/>
            <a:chOff x="7983415" y="6582508"/>
            <a:chExt cx="152400" cy="486507"/>
          </a:xfrm>
        </p:grpSpPr>
        <p:cxnSp>
          <p:nvCxnSpPr>
            <p:cNvPr id="370" name="Straight Connector 36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1" name="Straight Connector 37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72" name="Group 371"/>
          <p:cNvGrpSpPr/>
          <p:nvPr userDrawn="1"/>
        </p:nvGrpSpPr>
        <p:grpSpPr>
          <a:xfrm>
            <a:off x="4938969" y="5185797"/>
            <a:ext cx="152400" cy="122115"/>
            <a:chOff x="7983415" y="6582508"/>
            <a:chExt cx="152400" cy="486507"/>
          </a:xfrm>
        </p:grpSpPr>
        <p:cxnSp>
          <p:nvCxnSpPr>
            <p:cNvPr id="373" name="Straight Connector 37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4" name="Straight Connector 37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75" name="Group 374"/>
          <p:cNvGrpSpPr/>
          <p:nvPr userDrawn="1"/>
        </p:nvGrpSpPr>
        <p:grpSpPr>
          <a:xfrm>
            <a:off x="4472842" y="5185797"/>
            <a:ext cx="152400" cy="122115"/>
            <a:chOff x="7983415" y="6582508"/>
            <a:chExt cx="152400" cy="486507"/>
          </a:xfrm>
        </p:grpSpPr>
        <p:cxnSp>
          <p:nvCxnSpPr>
            <p:cNvPr id="376" name="Straight Connector 37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77" name="Straight Connector 37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378" name="Straight Connector 377"/>
          <p:cNvCxnSpPr/>
          <p:nvPr userDrawn="1"/>
        </p:nvCxnSpPr>
        <p:spPr>
          <a:xfrm>
            <a:off x="8667987" y="5185797"/>
            <a:ext cx="0" cy="122115"/>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379" name="Group 378"/>
          <p:cNvGrpSpPr/>
          <p:nvPr userDrawn="1"/>
        </p:nvGrpSpPr>
        <p:grpSpPr>
          <a:xfrm>
            <a:off x="8201858" y="5185797"/>
            <a:ext cx="152400" cy="122115"/>
            <a:chOff x="7983415" y="6582508"/>
            <a:chExt cx="152400" cy="486507"/>
          </a:xfrm>
        </p:grpSpPr>
        <p:cxnSp>
          <p:nvCxnSpPr>
            <p:cNvPr id="380" name="Straight Connector 37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1" name="Straight Connector 38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382" name="Group 381"/>
          <p:cNvGrpSpPr/>
          <p:nvPr userDrawn="1"/>
        </p:nvGrpSpPr>
        <p:grpSpPr>
          <a:xfrm>
            <a:off x="7735731" y="5185797"/>
            <a:ext cx="152400" cy="122115"/>
            <a:chOff x="7983415" y="6582508"/>
            <a:chExt cx="152400" cy="486507"/>
          </a:xfrm>
        </p:grpSpPr>
        <p:cxnSp>
          <p:nvCxnSpPr>
            <p:cNvPr id="383" name="Straight Connector 38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84" name="Straight Connector 38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0" name="Group 409"/>
          <p:cNvGrpSpPr/>
          <p:nvPr userDrawn="1"/>
        </p:nvGrpSpPr>
        <p:grpSpPr>
          <a:xfrm rot="5400000">
            <a:off x="-174784" y="4555298"/>
            <a:ext cx="152400" cy="122115"/>
            <a:chOff x="7983415" y="6582508"/>
            <a:chExt cx="152400" cy="486507"/>
          </a:xfrm>
        </p:grpSpPr>
        <p:cxnSp>
          <p:nvCxnSpPr>
            <p:cNvPr id="411" name="Straight Connector 410"/>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2" name="Straight Connector 411"/>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3" name="Group 412"/>
          <p:cNvGrpSpPr/>
          <p:nvPr userDrawn="1"/>
        </p:nvGrpSpPr>
        <p:grpSpPr>
          <a:xfrm rot="5400000">
            <a:off x="-174784" y="4085124"/>
            <a:ext cx="152400" cy="122115"/>
            <a:chOff x="7983415" y="6582508"/>
            <a:chExt cx="152400" cy="486507"/>
          </a:xfrm>
        </p:grpSpPr>
        <p:cxnSp>
          <p:nvCxnSpPr>
            <p:cNvPr id="414" name="Straight Connector 413"/>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5" name="Straight Connector 414"/>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6" name="Group 415"/>
          <p:cNvGrpSpPr/>
          <p:nvPr userDrawn="1"/>
        </p:nvGrpSpPr>
        <p:grpSpPr>
          <a:xfrm rot="5400000">
            <a:off x="-174784" y="3614950"/>
            <a:ext cx="152400" cy="122115"/>
            <a:chOff x="7983415" y="6582508"/>
            <a:chExt cx="152400" cy="486507"/>
          </a:xfrm>
        </p:grpSpPr>
        <p:cxnSp>
          <p:nvCxnSpPr>
            <p:cNvPr id="417" name="Straight Connector 416"/>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18" name="Straight Connector 417"/>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19" name="Group 418"/>
          <p:cNvGrpSpPr/>
          <p:nvPr userDrawn="1"/>
        </p:nvGrpSpPr>
        <p:grpSpPr>
          <a:xfrm rot="5400000">
            <a:off x="-174784" y="3144776"/>
            <a:ext cx="152400" cy="122115"/>
            <a:chOff x="7983415" y="6582508"/>
            <a:chExt cx="152400" cy="486507"/>
          </a:xfrm>
        </p:grpSpPr>
        <p:cxnSp>
          <p:nvCxnSpPr>
            <p:cNvPr id="420" name="Straight Connector 419"/>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1" name="Straight Connector 420"/>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2" name="Group 421"/>
          <p:cNvGrpSpPr/>
          <p:nvPr userDrawn="1"/>
        </p:nvGrpSpPr>
        <p:grpSpPr>
          <a:xfrm rot="5400000">
            <a:off x="-174784" y="2674602"/>
            <a:ext cx="152400" cy="122115"/>
            <a:chOff x="7983415" y="6582508"/>
            <a:chExt cx="152400" cy="486507"/>
          </a:xfrm>
        </p:grpSpPr>
        <p:cxnSp>
          <p:nvCxnSpPr>
            <p:cNvPr id="423" name="Straight Connector 422"/>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4" name="Straight Connector 423"/>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5" name="Group 424"/>
          <p:cNvGrpSpPr/>
          <p:nvPr userDrawn="1"/>
        </p:nvGrpSpPr>
        <p:grpSpPr>
          <a:xfrm rot="5400000">
            <a:off x="-174784" y="2204428"/>
            <a:ext cx="152400" cy="122115"/>
            <a:chOff x="7983415" y="6582508"/>
            <a:chExt cx="152400" cy="486507"/>
          </a:xfrm>
        </p:grpSpPr>
        <p:cxnSp>
          <p:nvCxnSpPr>
            <p:cNvPr id="426" name="Straight Connector 425"/>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27" name="Straight Connector 426"/>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428" name="Group 427"/>
          <p:cNvGrpSpPr/>
          <p:nvPr userDrawn="1"/>
        </p:nvGrpSpPr>
        <p:grpSpPr>
          <a:xfrm rot="5400000">
            <a:off x="-174784" y="1734254"/>
            <a:ext cx="152400" cy="122115"/>
            <a:chOff x="7983415" y="6582508"/>
            <a:chExt cx="152400" cy="486507"/>
          </a:xfrm>
        </p:grpSpPr>
        <p:cxnSp>
          <p:nvCxnSpPr>
            <p:cNvPr id="429" name="Straight Connector 428"/>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430" name="Straight Connector 429"/>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cxnSp>
        <p:nvCxnSpPr>
          <p:cNvPr id="464" name="Straight Connector 463"/>
          <p:cNvCxnSpPr/>
          <p:nvPr userDrawn="1"/>
        </p:nvCxnSpPr>
        <p:spPr>
          <a:xfrm>
            <a:off x="9144000" y="4874986"/>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5" name="Straight Connector 464"/>
          <p:cNvCxnSpPr/>
          <p:nvPr userDrawn="1"/>
        </p:nvCxnSpPr>
        <p:spPr>
          <a:xfrm>
            <a:off x="9144000" y="241074"/>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6" name="Straight Connector 465"/>
          <p:cNvCxnSpPr/>
          <p:nvPr userDrawn="1"/>
        </p:nvCxnSpPr>
        <p:spPr>
          <a:xfrm>
            <a:off x="-187326" y="4871811"/>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7" name="Straight Connector 466"/>
          <p:cNvCxnSpPr/>
          <p:nvPr userDrawn="1"/>
        </p:nvCxnSpPr>
        <p:spPr>
          <a:xfrm>
            <a:off x="-184150" y="241074"/>
            <a:ext cx="164592" cy="0"/>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8" name="Straight Connector 467"/>
          <p:cNvCxnSpPr/>
          <p:nvPr userDrawn="1"/>
        </p:nvCxnSpPr>
        <p:spPr>
          <a:xfrm>
            <a:off x="8886825" y="-194346"/>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9" name="Straight Connector 468"/>
          <p:cNvCxnSpPr/>
          <p:nvPr userDrawn="1"/>
        </p:nvCxnSpPr>
        <p:spPr>
          <a:xfrm>
            <a:off x="260350" y="-187203"/>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0" name="Straight Connector 469"/>
          <p:cNvCxnSpPr/>
          <p:nvPr userDrawn="1"/>
        </p:nvCxnSpPr>
        <p:spPr>
          <a:xfrm>
            <a:off x="8887619" y="5131369"/>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1" name="Straight Connector 470"/>
          <p:cNvCxnSpPr/>
          <p:nvPr userDrawn="1"/>
        </p:nvCxnSpPr>
        <p:spPr>
          <a:xfrm>
            <a:off x="260350" y="5128988"/>
            <a:ext cx="0" cy="164592"/>
          </a:xfrm>
          <a:prstGeom prst="line">
            <a:avLst/>
          </a:prstGeom>
          <a:ln w="12700">
            <a:solidFill>
              <a:schemeClr val="bg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nvGrpSpPr>
          <p:cNvPr id="188" name="Group 187">
            <a:extLst>
              <a:ext uri="{FF2B5EF4-FFF2-40B4-BE49-F238E27FC236}">
                <a16:creationId xmlns:a16="http://schemas.microsoft.com/office/drawing/2014/main" id="{75F83E5F-1584-418E-AB32-686B252559C4}"/>
              </a:ext>
            </a:extLst>
          </p:cNvPr>
          <p:cNvGrpSpPr/>
          <p:nvPr userDrawn="1"/>
        </p:nvGrpSpPr>
        <p:grpSpPr>
          <a:xfrm rot="5400000">
            <a:off x="-174785" y="483497"/>
            <a:ext cx="152400" cy="122115"/>
            <a:chOff x="7983415" y="6582508"/>
            <a:chExt cx="152400" cy="486507"/>
          </a:xfrm>
        </p:grpSpPr>
        <p:cxnSp>
          <p:nvCxnSpPr>
            <p:cNvPr id="189" name="Straight Connector 188">
              <a:extLst>
                <a:ext uri="{FF2B5EF4-FFF2-40B4-BE49-F238E27FC236}">
                  <a16:creationId xmlns:a16="http://schemas.microsoft.com/office/drawing/2014/main" id="{67B97FE4-6907-4D19-80E2-B08795F8E268}"/>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657A6D41-0871-4DCF-AB73-960B92AC3FB4}"/>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1" name="Group 190">
            <a:extLst>
              <a:ext uri="{FF2B5EF4-FFF2-40B4-BE49-F238E27FC236}">
                <a16:creationId xmlns:a16="http://schemas.microsoft.com/office/drawing/2014/main" id="{A52D6863-EDD4-4B25-AC64-D536AEC5F7D3}"/>
              </a:ext>
            </a:extLst>
          </p:cNvPr>
          <p:cNvGrpSpPr/>
          <p:nvPr userDrawn="1"/>
        </p:nvGrpSpPr>
        <p:grpSpPr>
          <a:xfrm rot="5400000">
            <a:off x="-174785" y="1423845"/>
            <a:ext cx="152400" cy="122115"/>
            <a:chOff x="7983415" y="6582508"/>
            <a:chExt cx="152400" cy="486507"/>
          </a:xfrm>
        </p:grpSpPr>
        <p:cxnSp>
          <p:nvCxnSpPr>
            <p:cNvPr id="192" name="Straight Connector 191">
              <a:extLst>
                <a:ext uri="{FF2B5EF4-FFF2-40B4-BE49-F238E27FC236}">
                  <a16:creationId xmlns:a16="http://schemas.microsoft.com/office/drawing/2014/main" id="{F43FA92A-8FD9-4BAD-B44B-7432A014D55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4A3D7BA3-06F2-441F-A966-E0C0FE008D44}"/>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4" name="Group 193">
            <a:extLst>
              <a:ext uri="{FF2B5EF4-FFF2-40B4-BE49-F238E27FC236}">
                <a16:creationId xmlns:a16="http://schemas.microsoft.com/office/drawing/2014/main" id="{943A3299-C348-4767-B606-C5FA8A936C27}"/>
              </a:ext>
            </a:extLst>
          </p:cNvPr>
          <p:cNvGrpSpPr/>
          <p:nvPr userDrawn="1"/>
        </p:nvGrpSpPr>
        <p:grpSpPr>
          <a:xfrm rot="5400000">
            <a:off x="-174785" y="953671"/>
            <a:ext cx="152400" cy="122115"/>
            <a:chOff x="7983415" y="6582508"/>
            <a:chExt cx="152400" cy="486507"/>
          </a:xfrm>
        </p:grpSpPr>
        <p:cxnSp>
          <p:nvCxnSpPr>
            <p:cNvPr id="195" name="Straight Connector 194">
              <a:extLst>
                <a:ext uri="{FF2B5EF4-FFF2-40B4-BE49-F238E27FC236}">
                  <a16:creationId xmlns:a16="http://schemas.microsoft.com/office/drawing/2014/main" id="{72100A1E-28D5-443B-A19E-2310B6C2174C}"/>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098A4DB2-1491-46C6-827C-8B62FD030E02}"/>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197" name="Group 196">
            <a:extLst>
              <a:ext uri="{FF2B5EF4-FFF2-40B4-BE49-F238E27FC236}">
                <a16:creationId xmlns:a16="http://schemas.microsoft.com/office/drawing/2014/main" id="{FE2B4BD0-6636-4728-8B3D-ADEC99C16D31}"/>
              </a:ext>
            </a:extLst>
          </p:cNvPr>
          <p:cNvGrpSpPr/>
          <p:nvPr userDrawn="1"/>
        </p:nvGrpSpPr>
        <p:grpSpPr>
          <a:xfrm rot="5400000">
            <a:off x="9136485" y="4555299"/>
            <a:ext cx="152400" cy="122115"/>
            <a:chOff x="7983415" y="6582508"/>
            <a:chExt cx="152400" cy="486507"/>
          </a:xfrm>
        </p:grpSpPr>
        <p:cxnSp>
          <p:nvCxnSpPr>
            <p:cNvPr id="198" name="Straight Connector 197">
              <a:extLst>
                <a:ext uri="{FF2B5EF4-FFF2-40B4-BE49-F238E27FC236}">
                  <a16:creationId xmlns:a16="http://schemas.microsoft.com/office/drawing/2014/main" id="{0AB60D28-117E-409C-A136-1DBF60BA90C7}"/>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2641FD56-909C-4A84-89E3-D29C477936DB}"/>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0" name="Group 199">
            <a:extLst>
              <a:ext uri="{FF2B5EF4-FFF2-40B4-BE49-F238E27FC236}">
                <a16:creationId xmlns:a16="http://schemas.microsoft.com/office/drawing/2014/main" id="{C3E6A41A-8978-4303-93F3-613B03ED32B4}"/>
              </a:ext>
            </a:extLst>
          </p:cNvPr>
          <p:cNvGrpSpPr/>
          <p:nvPr userDrawn="1"/>
        </p:nvGrpSpPr>
        <p:grpSpPr>
          <a:xfrm rot="5400000">
            <a:off x="9136485" y="4085125"/>
            <a:ext cx="152400" cy="122115"/>
            <a:chOff x="7983415" y="6582508"/>
            <a:chExt cx="152400" cy="486507"/>
          </a:xfrm>
        </p:grpSpPr>
        <p:cxnSp>
          <p:nvCxnSpPr>
            <p:cNvPr id="201" name="Straight Connector 200">
              <a:extLst>
                <a:ext uri="{FF2B5EF4-FFF2-40B4-BE49-F238E27FC236}">
                  <a16:creationId xmlns:a16="http://schemas.microsoft.com/office/drawing/2014/main" id="{ECA738CC-4591-4E58-A82B-FC45FA8357A1}"/>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86AF7FC9-16F9-4DE9-91C2-1EF8443DC4AF}"/>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3" name="Group 202">
            <a:extLst>
              <a:ext uri="{FF2B5EF4-FFF2-40B4-BE49-F238E27FC236}">
                <a16:creationId xmlns:a16="http://schemas.microsoft.com/office/drawing/2014/main" id="{020BBA68-6EF9-47E3-9A06-67C2E90755B7}"/>
              </a:ext>
            </a:extLst>
          </p:cNvPr>
          <p:cNvGrpSpPr/>
          <p:nvPr userDrawn="1"/>
        </p:nvGrpSpPr>
        <p:grpSpPr>
          <a:xfrm rot="5400000">
            <a:off x="9136485" y="3614951"/>
            <a:ext cx="152400" cy="122115"/>
            <a:chOff x="7983415" y="6582508"/>
            <a:chExt cx="152400" cy="486507"/>
          </a:xfrm>
        </p:grpSpPr>
        <p:cxnSp>
          <p:nvCxnSpPr>
            <p:cNvPr id="204" name="Straight Connector 203">
              <a:extLst>
                <a:ext uri="{FF2B5EF4-FFF2-40B4-BE49-F238E27FC236}">
                  <a16:creationId xmlns:a16="http://schemas.microsoft.com/office/drawing/2014/main" id="{7C5CA2BF-F4F8-4264-8B0C-0FADD8246FF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18B65DC1-6F9B-4CC5-A0E2-A7CE9C06DDC8}"/>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6" name="Group 205">
            <a:extLst>
              <a:ext uri="{FF2B5EF4-FFF2-40B4-BE49-F238E27FC236}">
                <a16:creationId xmlns:a16="http://schemas.microsoft.com/office/drawing/2014/main" id="{22819C52-F4FF-4650-A6C1-2AA769CD85C0}"/>
              </a:ext>
            </a:extLst>
          </p:cNvPr>
          <p:cNvGrpSpPr/>
          <p:nvPr userDrawn="1"/>
        </p:nvGrpSpPr>
        <p:grpSpPr>
          <a:xfrm rot="5400000">
            <a:off x="9136485" y="3144777"/>
            <a:ext cx="152400" cy="122115"/>
            <a:chOff x="7983415" y="6582508"/>
            <a:chExt cx="152400" cy="486507"/>
          </a:xfrm>
        </p:grpSpPr>
        <p:cxnSp>
          <p:nvCxnSpPr>
            <p:cNvPr id="207" name="Straight Connector 206">
              <a:extLst>
                <a:ext uri="{FF2B5EF4-FFF2-40B4-BE49-F238E27FC236}">
                  <a16:creationId xmlns:a16="http://schemas.microsoft.com/office/drawing/2014/main" id="{B8BFE1A2-E3DE-4CFE-AD19-CE62C8E7CE72}"/>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EA06674-129F-47B9-8D9E-A95FAC5BE7BC}"/>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09" name="Group 208">
            <a:extLst>
              <a:ext uri="{FF2B5EF4-FFF2-40B4-BE49-F238E27FC236}">
                <a16:creationId xmlns:a16="http://schemas.microsoft.com/office/drawing/2014/main" id="{1EFEB541-DF06-4A78-AD8F-7E7036227BBC}"/>
              </a:ext>
            </a:extLst>
          </p:cNvPr>
          <p:cNvGrpSpPr/>
          <p:nvPr userDrawn="1"/>
        </p:nvGrpSpPr>
        <p:grpSpPr>
          <a:xfrm rot="5400000">
            <a:off x="9136485" y="2674603"/>
            <a:ext cx="152400" cy="122115"/>
            <a:chOff x="7983415" y="6582508"/>
            <a:chExt cx="152400" cy="486507"/>
          </a:xfrm>
        </p:grpSpPr>
        <p:cxnSp>
          <p:nvCxnSpPr>
            <p:cNvPr id="210" name="Straight Connector 209">
              <a:extLst>
                <a:ext uri="{FF2B5EF4-FFF2-40B4-BE49-F238E27FC236}">
                  <a16:creationId xmlns:a16="http://schemas.microsoft.com/office/drawing/2014/main" id="{9FF4647B-0EA6-4DA6-ACF8-D7A297A03A3D}"/>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5DADA63-7EAC-4ADE-A102-354C00940745}"/>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7A476E04-B54A-425D-8F2C-0BDB5D9F7F14}"/>
              </a:ext>
            </a:extLst>
          </p:cNvPr>
          <p:cNvGrpSpPr/>
          <p:nvPr userDrawn="1"/>
        </p:nvGrpSpPr>
        <p:grpSpPr>
          <a:xfrm rot="5400000">
            <a:off x="9136485" y="2204429"/>
            <a:ext cx="152400" cy="122115"/>
            <a:chOff x="7983415" y="6582508"/>
            <a:chExt cx="152400" cy="486507"/>
          </a:xfrm>
        </p:grpSpPr>
        <p:cxnSp>
          <p:nvCxnSpPr>
            <p:cNvPr id="213" name="Straight Connector 212">
              <a:extLst>
                <a:ext uri="{FF2B5EF4-FFF2-40B4-BE49-F238E27FC236}">
                  <a16:creationId xmlns:a16="http://schemas.microsoft.com/office/drawing/2014/main" id="{9167C050-C59D-45D6-AFCB-F337EA4A15E8}"/>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A84EE3FF-1DC0-4EE9-A3B5-F3264D8E5674}"/>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5" name="Group 214">
            <a:extLst>
              <a:ext uri="{FF2B5EF4-FFF2-40B4-BE49-F238E27FC236}">
                <a16:creationId xmlns:a16="http://schemas.microsoft.com/office/drawing/2014/main" id="{11B0E357-729C-435E-B819-F50FF8C46F58}"/>
              </a:ext>
            </a:extLst>
          </p:cNvPr>
          <p:cNvGrpSpPr/>
          <p:nvPr userDrawn="1"/>
        </p:nvGrpSpPr>
        <p:grpSpPr>
          <a:xfrm rot="5400000">
            <a:off x="9136485" y="1734255"/>
            <a:ext cx="152400" cy="122115"/>
            <a:chOff x="7983415" y="6582508"/>
            <a:chExt cx="152400" cy="486507"/>
          </a:xfrm>
        </p:grpSpPr>
        <p:cxnSp>
          <p:nvCxnSpPr>
            <p:cNvPr id="216" name="Straight Connector 215">
              <a:extLst>
                <a:ext uri="{FF2B5EF4-FFF2-40B4-BE49-F238E27FC236}">
                  <a16:creationId xmlns:a16="http://schemas.microsoft.com/office/drawing/2014/main" id="{68929BEA-8529-48BC-B27A-6E5314E20613}"/>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900CE15E-70BF-48E0-A2C9-4E55ABA16A79}"/>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18" name="Group 217">
            <a:extLst>
              <a:ext uri="{FF2B5EF4-FFF2-40B4-BE49-F238E27FC236}">
                <a16:creationId xmlns:a16="http://schemas.microsoft.com/office/drawing/2014/main" id="{42188881-662D-45BA-BEB2-9498CBC24C3F}"/>
              </a:ext>
            </a:extLst>
          </p:cNvPr>
          <p:cNvGrpSpPr/>
          <p:nvPr userDrawn="1"/>
        </p:nvGrpSpPr>
        <p:grpSpPr>
          <a:xfrm rot="5400000">
            <a:off x="9136485" y="483498"/>
            <a:ext cx="152400" cy="122115"/>
            <a:chOff x="7983415" y="6582508"/>
            <a:chExt cx="152400" cy="486507"/>
          </a:xfrm>
        </p:grpSpPr>
        <p:cxnSp>
          <p:nvCxnSpPr>
            <p:cNvPr id="219" name="Straight Connector 218">
              <a:extLst>
                <a:ext uri="{FF2B5EF4-FFF2-40B4-BE49-F238E27FC236}">
                  <a16:creationId xmlns:a16="http://schemas.microsoft.com/office/drawing/2014/main" id="{222BF96C-1E11-4233-88D5-FB831C9DDDF1}"/>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82304F9B-CADD-4E53-BC52-E1178D09F694}"/>
                </a:ext>
              </a:extLst>
            </p:cNvPr>
            <p:cNvCxnSpPr/>
            <p:nvPr/>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1" name="Group 220">
            <a:extLst>
              <a:ext uri="{FF2B5EF4-FFF2-40B4-BE49-F238E27FC236}">
                <a16:creationId xmlns:a16="http://schemas.microsoft.com/office/drawing/2014/main" id="{5C9C9F40-BA73-4F0F-84AE-96B9F7AE2EA9}"/>
              </a:ext>
            </a:extLst>
          </p:cNvPr>
          <p:cNvGrpSpPr/>
          <p:nvPr userDrawn="1"/>
        </p:nvGrpSpPr>
        <p:grpSpPr>
          <a:xfrm rot="5400000">
            <a:off x="9136485" y="1423846"/>
            <a:ext cx="152400" cy="122115"/>
            <a:chOff x="7983415" y="6582508"/>
            <a:chExt cx="152400" cy="486507"/>
          </a:xfrm>
        </p:grpSpPr>
        <p:cxnSp>
          <p:nvCxnSpPr>
            <p:cNvPr id="222" name="Straight Connector 221">
              <a:extLst>
                <a:ext uri="{FF2B5EF4-FFF2-40B4-BE49-F238E27FC236}">
                  <a16:creationId xmlns:a16="http://schemas.microsoft.com/office/drawing/2014/main" id="{E20A52A5-77EB-4BC6-95CB-53DE3C0C3D3A}"/>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3879CAFE-BA43-469C-868A-62BDBCF1A8D9}"/>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3EE846E6-43A5-4D07-B942-428F70C264D2}"/>
              </a:ext>
            </a:extLst>
          </p:cNvPr>
          <p:cNvGrpSpPr/>
          <p:nvPr userDrawn="1"/>
        </p:nvGrpSpPr>
        <p:grpSpPr>
          <a:xfrm rot="5400000">
            <a:off x="9136485" y="953672"/>
            <a:ext cx="152400" cy="122115"/>
            <a:chOff x="7983415" y="6582508"/>
            <a:chExt cx="152400" cy="486507"/>
          </a:xfrm>
        </p:grpSpPr>
        <p:cxnSp>
          <p:nvCxnSpPr>
            <p:cNvPr id="225" name="Straight Connector 224">
              <a:extLst>
                <a:ext uri="{FF2B5EF4-FFF2-40B4-BE49-F238E27FC236}">
                  <a16:creationId xmlns:a16="http://schemas.microsoft.com/office/drawing/2014/main" id="{61FE6C1D-8F02-4451-9FAC-6B83F9796C1D}"/>
                </a:ext>
              </a:extLst>
            </p:cNvPr>
            <p:cNvCxnSpPr/>
            <p:nvPr userDrawn="1"/>
          </p:nvCxnSpPr>
          <p:spPr>
            <a:xfrm>
              <a:off x="81358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3D3BD2C-5025-40B4-BBD1-9C734CBD9061}"/>
                </a:ext>
              </a:extLst>
            </p:cNvPr>
            <p:cNvCxnSpPr/>
            <p:nvPr userDrawn="1"/>
          </p:nvCxnSpPr>
          <p:spPr>
            <a:xfrm>
              <a:off x="7983415" y="6582508"/>
              <a:ext cx="0" cy="486507"/>
            </a:xfrm>
            <a:prstGeom prst="line">
              <a:avLst/>
            </a:prstGeom>
            <a:ln w="31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4" name="MSIPCM1d9b405aa9f8f265aa4cee7a" descr="{&quot;HashCode&quot;:2133105206,&quot;Placement&quot;:&quot;Footer&quot;,&quot;Top&quot;:389.104645,&quot;Left&quot;:300.843231,&quot;SlideWidth&quot;:720,&quot;SlideHeight&quot;:405}">
            <a:extLst>
              <a:ext uri="{FF2B5EF4-FFF2-40B4-BE49-F238E27FC236}">
                <a16:creationId xmlns:a16="http://schemas.microsoft.com/office/drawing/2014/main" id="{7BD3E86F-C65F-4AC3-8937-375561A4A144}"/>
              </a:ext>
            </a:extLst>
          </p:cNvPr>
          <p:cNvSpPr txBox="1"/>
          <p:nvPr userDrawn="1"/>
        </p:nvSpPr>
        <p:spPr>
          <a:xfrm>
            <a:off x="3820709" y="4941629"/>
            <a:ext cx="1502583" cy="201870"/>
          </a:xfrm>
          <a:prstGeom prst="rect">
            <a:avLst/>
          </a:prstGeom>
          <a:noFill/>
        </p:spPr>
        <p:txBody>
          <a:bodyPr vert="horz" wrap="square" lIns="0" tIns="0" rIns="0" bIns="0" rtlCol="0" anchor="ctr" anchorCtr="1">
            <a:spAutoFit/>
          </a:bodyPr>
          <a:lstStyle/>
          <a:p>
            <a:pPr algn="ctr">
              <a:spcBef>
                <a:spcPts val="0"/>
              </a:spcBef>
              <a:spcAft>
                <a:spcPts val="0"/>
              </a:spcAft>
            </a:pPr>
            <a:r>
              <a:rPr lang="en-US" sz="700">
                <a:solidFill>
                  <a:srgbClr val="000000"/>
                </a:solidFill>
                <a:latin typeface="Arial" panose="020B0604020202020204" pitchFamily="34" charset="0"/>
                <a:cs typeface="Arial" panose="020B0604020202020204" pitchFamily="34" charset="0"/>
              </a:rPr>
              <a:t>Sensitivity: Internal &amp; Restricted</a:t>
            </a:r>
          </a:p>
        </p:txBody>
      </p:sp>
    </p:spTree>
    <p:extLst>
      <p:ext uri="{BB962C8B-B14F-4D97-AF65-F5344CB8AC3E}">
        <p14:creationId xmlns:p14="http://schemas.microsoft.com/office/powerpoint/2010/main" val="3813036962"/>
      </p:ext>
    </p:extLst>
  </p:cSld>
  <p:clrMap bg1="lt1" tx1="dk1" bg2="lt2" tx2="dk2" accent1="accent1" accent2="accent2" accent3="accent3" accent4="accent4" accent5="accent5" accent6="accent6" hlink="hlink" folHlink="folHlink"/>
  <p:sldLayoutIdLst>
    <p:sldLayoutId id="2147483802" r:id="rId1"/>
    <p:sldLayoutId id="2147483810" r:id="rId2"/>
    <p:sldLayoutId id="2147483804" r:id="rId3"/>
    <p:sldLayoutId id="2147483709" r:id="rId4"/>
    <p:sldLayoutId id="2147483756" r:id="rId5"/>
    <p:sldLayoutId id="2147483867" r:id="rId6"/>
    <p:sldLayoutId id="2147483868" r:id="rId7"/>
    <p:sldLayoutId id="2147483865" r:id="rId8"/>
    <p:sldLayoutId id="2147483784" r:id="rId9"/>
    <p:sldLayoutId id="2147483863" r:id="rId10"/>
    <p:sldLayoutId id="2147483829" r:id="rId11"/>
    <p:sldLayoutId id="2147483855" r:id="rId12"/>
    <p:sldLayoutId id="2147483858" r:id="rId13"/>
    <p:sldLayoutId id="2147483833" r:id="rId14"/>
    <p:sldLayoutId id="2147483832" r:id="rId15"/>
    <p:sldLayoutId id="2147483831" r:id="rId16"/>
    <p:sldLayoutId id="2147483834" r:id="rId17"/>
    <p:sldLayoutId id="2147483835" r:id="rId18"/>
    <p:sldLayoutId id="2147483836" r:id="rId19"/>
    <p:sldLayoutId id="2147483838" r:id="rId20"/>
    <p:sldLayoutId id="2147483842" r:id="rId21"/>
    <p:sldLayoutId id="2147483844" r:id="rId22"/>
    <p:sldLayoutId id="2147483846" r:id="rId23"/>
    <p:sldLayoutId id="2147483850" r:id="rId24"/>
    <p:sldLayoutId id="2147483848" r:id="rId25"/>
    <p:sldLayoutId id="2147483852" r:id="rId26"/>
    <p:sldLayoutId id="2147483799" r:id="rId27"/>
    <p:sldLayoutId id="2147483822" r:id="rId28"/>
    <p:sldLayoutId id="2147483869" r:id="rId29"/>
    <p:sldLayoutId id="2147483824" r:id="rId30"/>
    <p:sldLayoutId id="2147483870" r:id="rId31"/>
    <p:sldLayoutId id="2147483871" r:id="rId32"/>
    <p:sldLayoutId id="2147483872" r:id="rId33"/>
    <p:sldLayoutId id="2147483873" r:id="rId34"/>
  </p:sldLayoutIdLst>
  <p:hf hdr="0"/>
  <p:txStyles>
    <p:titleStyle>
      <a:lvl1pPr marL="0" algn="l" defTabSz="457200" rtl="0" eaLnBrk="1" latinLnBrk="0" hangingPunct="1">
        <a:lnSpc>
          <a:spcPct val="98000"/>
        </a:lnSpc>
        <a:spcBef>
          <a:spcPct val="0"/>
        </a:spcBef>
        <a:buNone/>
        <a:tabLst>
          <a:tab pos="457200" algn="l"/>
        </a:tabLst>
        <a:defRPr lang="en-US" sz="2600" b="1" u="sng" kern="1200" dirty="0">
          <a:solidFill>
            <a:schemeClr val="tx2"/>
          </a:solidFill>
          <a:latin typeface="+mj-lt"/>
          <a:ea typeface="+mn-ea"/>
          <a:cs typeface="Arial"/>
        </a:defRPr>
      </a:lvl1pPr>
    </p:titleStyle>
    <p:bodyStyle>
      <a:lvl1pPr marL="231775" indent="-231775" algn="l" defTabSz="457200" rtl="0" eaLnBrk="1" latinLnBrk="0" hangingPunct="1">
        <a:spcBef>
          <a:spcPts val="600"/>
        </a:spcBef>
        <a:buClr>
          <a:srgbClr val="00B0F0"/>
        </a:buClr>
        <a:buFont typeface="Arial" panose="020B0604020202020204" pitchFamily="34" charset="0"/>
        <a:buChar char="•"/>
        <a:defRPr kumimoji="0" lang="en-US" sz="2000" b="0" i="0" u="none" strike="noStrike" kern="1200" cap="none" spc="0" normalizeH="0" baseline="0" noProof="0" dirty="0" smtClean="0">
          <a:ln>
            <a:noFill/>
          </a:ln>
          <a:solidFill>
            <a:schemeClr val="accent2"/>
          </a:solidFill>
          <a:effectLst/>
          <a:uLnTx/>
          <a:uFillTx/>
          <a:latin typeface="+mn-lt"/>
          <a:ea typeface="+mn-ea"/>
          <a:cs typeface="Arial"/>
        </a:defRPr>
      </a:lvl1pPr>
      <a:lvl2pPr marL="742950" indent="-285750" algn="l" defTabSz="457200" rtl="0" eaLnBrk="1" latinLnBrk="0" hangingPunct="1">
        <a:spcBef>
          <a:spcPts val="600"/>
        </a:spcBef>
        <a:buClr>
          <a:srgbClr val="00B0F0"/>
        </a:buClr>
        <a:buFont typeface="Arial" charset="0"/>
        <a:buChar char="•"/>
        <a:defRPr kumimoji="0" lang="en-US" sz="1800" b="0" i="0" u="none" strike="noStrike" kern="1200" cap="none" spc="0" normalizeH="0" baseline="0" noProof="0" dirty="0" smtClean="0">
          <a:ln>
            <a:noFill/>
          </a:ln>
          <a:solidFill>
            <a:schemeClr val="accent2"/>
          </a:solidFill>
          <a:effectLst/>
          <a:uLnTx/>
          <a:uFillTx/>
          <a:latin typeface="+mn-lt"/>
          <a:ea typeface="+mn-ea"/>
          <a:cs typeface="+mn-cs"/>
        </a:defRPr>
      </a:lvl2pPr>
      <a:lvl3pPr marL="1085850" indent="-171450" algn="l" defTabSz="457200" rtl="0" eaLnBrk="1" latinLnBrk="0" hangingPunct="1">
        <a:spcBef>
          <a:spcPts val="600"/>
        </a:spcBef>
        <a:buClr>
          <a:srgbClr val="00B0F0"/>
        </a:buClr>
        <a:buFont typeface="Arial" charset="0"/>
        <a:buChar char="•"/>
        <a:defRPr kumimoji="0" lang="en-US" sz="1200" b="0" i="0" u="none" strike="noStrike" kern="1200" cap="none" spc="0" normalizeH="0" baseline="0" noProof="0" dirty="0" smtClean="0">
          <a:ln>
            <a:noFill/>
          </a:ln>
          <a:solidFill>
            <a:schemeClr val="accent2"/>
          </a:solidFill>
          <a:effectLst/>
          <a:uLnTx/>
          <a:uFillTx/>
          <a:latin typeface="+mn-lt"/>
          <a:ea typeface="+mn-ea"/>
          <a:cs typeface="+mn-cs"/>
        </a:defRPr>
      </a:lvl3pPr>
      <a:lvl4pPr marL="1543050" indent="-171450" algn="l" defTabSz="457200" rtl="0" eaLnBrk="1" latinLnBrk="0" hangingPunct="1">
        <a:spcBef>
          <a:spcPts val="600"/>
        </a:spcBef>
        <a:buClr>
          <a:srgbClr val="00B0F0"/>
        </a:buClr>
        <a:buFont typeface="Arial" charset="0"/>
        <a:buChar char="•"/>
        <a:defRPr kumimoji="0" lang="en-US" sz="1100" b="0" i="0" u="none" strike="noStrike" kern="1200" cap="none" spc="0" normalizeH="0" baseline="0" noProof="0" dirty="0" smtClean="0">
          <a:ln>
            <a:noFill/>
          </a:ln>
          <a:solidFill>
            <a:schemeClr val="accent2"/>
          </a:solidFill>
          <a:effectLst/>
          <a:uLnTx/>
          <a:uFillTx/>
          <a:latin typeface="+mn-lt"/>
          <a:ea typeface="+mn-ea"/>
          <a:cs typeface="+mn-cs"/>
        </a:defRPr>
      </a:lvl4pPr>
      <a:lvl5pPr marL="2000250" indent="-171450" algn="l" defTabSz="457200" rtl="0" eaLnBrk="1" latinLnBrk="0" hangingPunct="1">
        <a:spcBef>
          <a:spcPts val="600"/>
        </a:spcBef>
        <a:buClr>
          <a:srgbClr val="00B0F0"/>
        </a:buClr>
        <a:buFont typeface="Arial" charset="0"/>
        <a:buChar char="•"/>
        <a:defRPr kumimoji="0" lang="en-US" sz="1050" b="0" i="0" u="none" strike="noStrike" kern="1200" cap="none" spc="0" normalizeH="0" baseline="0" noProof="0" dirty="0">
          <a:ln>
            <a:noFill/>
          </a:ln>
          <a:solidFill>
            <a:schemeClr val="accent2"/>
          </a:solidFill>
          <a:effectLst/>
          <a:uLnTx/>
          <a:uFillTx/>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115491"/>
            <a:ext cx="6172200" cy="414338"/>
          </a:xfrm>
        </p:spPr>
        <p:txBody>
          <a:bodyPr/>
          <a:lstStyle/>
          <a:p>
            <a:r>
              <a:rPr lang="en-US"/>
              <a:t>DIGITAL SCENARIOS</a:t>
            </a:r>
          </a:p>
        </p:txBody>
      </p:sp>
      <p:pic>
        <p:nvPicPr>
          <p:cNvPr id="5" name="Picture 4"/>
          <p:cNvPicPr>
            <a:picLocks noChangeAspect="1"/>
          </p:cNvPicPr>
          <p:nvPr/>
        </p:nvPicPr>
        <p:blipFill>
          <a:blip r:embed="rId2"/>
          <a:stretch>
            <a:fillRect/>
          </a:stretch>
        </p:blipFill>
        <p:spPr>
          <a:xfrm>
            <a:off x="1134495" y="1"/>
            <a:ext cx="6866505" cy="3717266"/>
          </a:xfrm>
          <a:prstGeom prst="rect">
            <a:avLst/>
          </a:prstGeom>
        </p:spPr>
      </p:pic>
      <p:sp>
        <p:nvSpPr>
          <p:cNvPr id="6" name="TextBox 5"/>
          <p:cNvSpPr txBox="1"/>
          <p:nvPr/>
        </p:nvSpPr>
        <p:spPr>
          <a:xfrm>
            <a:off x="2001966" y="3997429"/>
            <a:ext cx="5365571" cy="646331"/>
          </a:xfrm>
          <a:prstGeom prst="rect">
            <a:avLst/>
          </a:prstGeom>
          <a:noFill/>
        </p:spPr>
        <p:txBody>
          <a:bodyPr wrap="none" rtlCol="0">
            <a:spAutoFit/>
          </a:bodyPr>
          <a:lstStyle/>
          <a:p>
            <a:r>
              <a:rPr lang="en-US" sz="3600" b="1" dirty="0">
                <a:latin typeface="Architects Daughter"/>
                <a:cs typeface="Architects Daughter"/>
              </a:rPr>
              <a:t>Meru – enhanced </a:t>
            </a:r>
            <a:r>
              <a:rPr lang="en-US" sz="3600" b="1" dirty="0" err="1">
                <a:latin typeface="Architects Daughter"/>
                <a:cs typeface="Architects Daughter"/>
              </a:rPr>
              <a:t>eCom</a:t>
            </a:r>
            <a:endParaRPr lang="en-US" sz="3600" b="1" dirty="0">
              <a:latin typeface="Architects Daughter"/>
              <a:cs typeface="Architects Daughter"/>
            </a:endParaRPr>
          </a:p>
        </p:txBody>
      </p:sp>
    </p:spTree>
    <p:extLst>
      <p:ext uri="{BB962C8B-B14F-4D97-AF65-F5344CB8AC3E}">
        <p14:creationId xmlns:p14="http://schemas.microsoft.com/office/powerpoint/2010/main" val="2890574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a:t>Meru.com </a:t>
            </a:r>
          </a:p>
        </p:txBody>
      </p:sp>
      <p:sp>
        <p:nvSpPr>
          <p:cNvPr id="3" name="Text Placeholder 2"/>
          <p:cNvSpPr>
            <a:spLocks noGrp="1"/>
          </p:cNvSpPr>
          <p:nvPr>
            <p:ph type="body" sz="quarter" idx="16"/>
          </p:nvPr>
        </p:nvSpPr>
        <p:spPr/>
        <p:txBody>
          <a:bodyPr/>
          <a:lstStyle/>
          <a:p>
            <a:r>
              <a:rPr lang="en-US"/>
              <a:t>Meru is one of the large retailers in US dealing in sporting goods, camping gear, equipment and clothing. Meru also has over 500 stores across US.</a:t>
            </a:r>
          </a:p>
          <a:p>
            <a:endParaRPr lang="en-US"/>
          </a:p>
          <a:p>
            <a:r>
              <a:rPr lang="en-US"/>
              <a:t> Meru started with its first store in Chicago in 1985. It went online in 2005 with Meru.com. The website was built using e-Commerce platform ATG. Meru also has a mobile site for customers.</a:t>
            </a:r>
          </a:p>
          <a:p>
            <a:endParaRPr lang="en-US"/>
          </a:p>
          <a:p>
            <a:r>
              <a:rPr lang="en-US"/>
              <a:t>Over past years the platform has been heavily customized for the unique needs of Meru. </a:t>
            </a:r>
          </a:p>
        </p:txBody>
      </p:sp>
    </p:spTree>
    <p:extLst>
      <p:ext uri="{BB962C8B-B14F-4D97-AF65-F5344CB8AC3E}">
        <p14:creationId xmlns:p14="http://schemas.microsoft.com/office/powerpoint/2010/main" val="1020460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4306DA-7A27-472A-AD22-DFF94434C604}"/>
              </a:ext>
            </a:extLst>
          </p:cNvPr>
          <p:cNvSpPr>
            <a:spLocks noGrp="1"/>
          </p:cNvSpPr>
          <p:nvPr>
            <p:ph type="body" sz="quarter" idx="11"/>
          </p:nvPr>
        </p:nvSpPr>
        <p:spPr/>
        <p:txBody>
          <a:bodyPr/>
          <a:lstStyle/>
          <a:p>
            <a:r>
              <a:rPr lang="en-US"/>
              <a:t>Problem (Business)</a:t>
            </a:r>
          </a:p>
        </p:txBody>
      </p:sp>
      <p:sp>
        <p:nvSpPr>
          <p:cNvPr id="3" name="Text Placeholder 2">
            <a:extLst>
              <a:ext uri="{FF2B5EF4-FFF2-40B4-BE49-F238E27FC236}">
                <a16:creationId xmlns:a16="http://schemas.microsoft.com/office/drawing/2014/main" id="{158C9C4E-D533-4CAF-839E-A7E970D19E6F}"/>
              </a:ext>
            </a:extLst>
          </p:cNvPr>
          <p:cNvSpPr>
            <a:spLocks noGrp="1"/>
          </p:cNvSpPr>
          <p:nvPr>
            <p:ph type="body" sz="quarter" idx="16"/>
          </p:nvPr>
        </p:nvSpPr>
        <p:spPr/>
        <p:txBody>
          <a:bodyPr>
            <a:normAutofit/>
          </a:bodyPr>
          <a:lstStyle/>
          <a:p>
            <a:r>
              <a:rPr lang="en-US" dirty="0"/>
              <a:t>Once a top sporting goods retailer Meru is now facing tough competition from other online retailers. Business is looking to transform the website experience and provide differentiation to the customers through value added services.</a:t>
            </a:r>
          </a:p>
          <a:p>
            <a:r>
              <a:rPr lang="en-US" dirty="0"/>
              <a:t>Customer experience between website and stores is disjointed (inventory, price, promotion, fulfillment options, content etc.) and a seamless </a:t>
            </a:r>
            <a:r>
              <a:rPr lang="en-US" dirty="0" err="1"/>
              <a:t>omnichannel</a:t>
            </a:r>
            <a:r>
              <a:rPr lang="en-US" dirty="0"/>
              <a:t> experience is desired.</a:t>
            </a:r>
          </a:p>
          <a:p>
            <a:r>
              <a:rPr lang="en-US" dirty="0"/>
              <a:t>Business team wants to run quick experiments through website.</a:t>
            </a:r>
          </a:p>
          <a:p>
            <a:endParaRPr lang="en-US" dirty="0"/>
          </a:p>
        </p:txBody>
      </p:sp>
    </p:spTree>
    <p:extLst>
      <p:ext uri="{BB962C8B-B14F-4D97-AF65-F5344CB8AC3E}">
        <p14:creationId xmlns:p14="http://schemas.microsoft.com/office/powerpoint/2010/main" val="146746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287B71-C6BE-47EC-A075-AFF212F261F2}"/>
              </a:ext>
            </a:extLst>
          </p:cNvPr>
          <p:cNvSpPr>
            <a:spLocks noGrp="1"/>
          </p:cNvSpPr>
          <p:nvPr>
            <p:ph type="body" sz="quarter" idx="11"/>
          </p:nvPr>
        </p:nvSpPr>
        <p:spPr/>
        <p:txBody>
          <a:bodyPr/>
          <a:lstStyle/>
          <a:p>
            <a:r>
              <a:rPr lang="en-US" dirty="0"/>
              <a:t>Problem (IT)</a:t>
            </a:r>
          </a:p>
        </p:txBody>
      </p:sp>
      <p:sp>
        <p:nvSpPr>
          <p:cNvPr id="3" name="Text Placeholder 2">
            <a:extLst>
              <a:ext uri="{FF2B5EF4-FFF2-40B4-BE49-F238E27FC236}">
                <a16:creationId xmlns:a16="http://schemas.microsoft.com/office/drawing/2014/main" id="{F79B936C-2800-405B-A8AC-FA2D2FB77020}"/>
              </a:ext>
            </a:extLst>
          </p:cNvPr>
          <p:cNvSpPr>
            <a:spLocks noGrp="1"/>
          </p:cNvSpPr>
          <p:nvPr>
            <p:ph type="body" sz="quarter" idx="16"/>
          </p:nvPr>
        </p:nvSpPr>
        <p:spPr/>
        <p:txBody>
          <a:bodyPr>
            <a:normAutofit lnSpcReduction="10000"/>
          </a:bodyPr>
          <a:lstStyle/>
          <a:p>
            <a:r>
              <a:rPr lang="en-US" dirty="0"/>
              <a:t>Upgrading ATG has been a challenge due to customizations. </a:t>
            </a:r>
          </a:p>
          <a:p>
            <a:r>
              <a:rPr lang="en-US" dirty="0"/>
              <a:t>Website has not been able to scale during holidays and major promotions. It crashed twice on Black Friday.</a:t>
            </a:r>
          </a:p>
          <a:p>
            <a:r>
              <a:rPr lang="en-US" dirty="0"/>
              <a:t>Hits to Search/Product Description Page are &gt;90% of overall traffic. Being a monolith, the whole application needs to be scaled to the max volume though.</a:t>
            </a:r>
          </a:p>
          <a:p>
            <a:r>
              <a:rPr lang="en-US" dirty="0"/>
              <a:t>Any new major feature requires at least 6 months of planning in advance. Competitors are able to roll out new features much quicker.</a:t>
            </a:r>
          </a:p>
          <a:p>
            <a:r>
              <a:rPr lang="en-US" dirty="0"/>
              <a:t>In past, patches, database and infrastructure upgrades have caused the whole application to fail bringing the website down.</a:t>
            </a:r>
          </a:p>
          <a:p>
            <a:r>
              <a:rPr lang="en-US" dirty="0"/>
              <a:t>Production defects are often not reproducible in lower environments.</a:t>
            </a:r>
          </a:p>
          <a:p>
            <a:r>
              <a:rPr lang="en-US" dirty="0"/>
              <a:t>Governance is centralized and use of latest tools and technology requires long approval process.</a:t>
            </a:r>
          </a:p>
        </p:txBody>
      </p:sp>
    </p:spTree>
    <p:extLst>
      <p:ext uri="{BB962C8B-B14F-4D97-AF65-F5344CB8AC3E}">
        <p14:creationId xmlns:p14="http://schemas.microsoft.com/office/powerpoint/2010/main" val="781708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2D1CF58-67ED-4B56-95CF-FA9EE70A854B}"/>
              </a:ext>
            </a:extLst>
          </p:cNvPr>
          <p:cNvSpPr>
            <a:spLocks noGrp="1"/>
          </p:cNvSpPr>
          <p:nvPr>
            <p:ph type="body" sz="quarter" idx="11"/>
          </p:nvPr>
        </p:nvSpPr>
        <p:spPr/>
        <p:txBody>
          <a:bodyPr/>
          <a:lstStyle/>
          <a:p>
            <a:r>
              <a:rPr lang="en-US"/>
              <a:t>Expectation</a:t>
            </a:r>
          </a:p>
        </p:txBody>
      </p:sp>
      <p:sp>
        <p:nvSpPr>
          <p:cNvPr id="3" name="Text Placeholder 2">
            <a:extLst>
              <a:ext uri="{FF2B5EF4-FFF2-40B4-BE49-F238E27FC236}">
                <a16:creationId xmlns:a16="http://schemas.microsoft.com/office/drawing/2014/main" id="{914A6384-4F24-447B-BC00-DB677996FFB9}"/>
              </a:ext>
            </a:extLst>
          </p:cNvPr>
          <p:cNvSpPr>
            <a:spLocks noGrp="1"/>
          </p:cNvSpPr>
          <p:nvPr>
            <p:ph type="body" sz="quarter" idx="16"/>
          </p:nvPr>
        </p:nvSpPr>
        <p:spPr>
          <a:xfrm>
            <a:off x="651295" y="897903"/>
            <a:ext cx="8025053" cy="4031449"/>
          </a:xfrm>
        </p:spPr>
        <p:txBody>
          <a:bodyPr>
            <a:normAutofit fontScale="70000" lnSpcReduction="20000"/>
          </a:bodyPr>
          <a:lstStyle/>
          <a:p>
            <a:r>
              <a:rPr lang="en-US" sz="2300" dirty="0"/>
              <a:t>You are the Architect responsible to lead the transformation of the website to address the problems mentioned above.  </a:t>
            </a:r>
          </a:p>
          <a:p>
            <a:r>
              <a:rPr lang="en-US" sz="2300" dirty="0"/>
              <a:t>Describe how </a:t>
            </a:r>
            <a:r>
              <a:rPr lang="en-US" sz="2300" dirty="0" err="1"/>
              <a:t>microservices</a:t>
            </a:r>
            <a:r>
              <a:rPr lang="en-US" sz="2300" dirty="0"/>
              <a:t> and domain driven design can be applied to bring the required change.</a:t>
            </a:r>
          </a:p>
          <a:p>
            <a:r>
              <a:rPr lang="en-US" sz="2300" dirty="0"/>
              <a:t>Identify the challenges in implementation and prescribe solution (patterns, platform, operations, governance etc.).</a:t>
            </a:r>
          </a:p>
          <a:p>
            <a:r>
              <a:rPr lang="en-US" sz="2300" dirty="0"/>
              <a:t>Document the transformation roadmap with interim architecture.</a:t>
            </a:r>
          </a:p>
          <a:p>
            <a:r>
              <a:rPr lang="en-US" sz="2300" dirty="0"/>
              <a:t>Document target application, integration and data architecture.</a:t>
            </a:r>
          </a:p>
          <a:p>
            <a:r>
              <a:rPr lang="en-US" sz="2300" dirty="0"/>
              <a:t>Describe a few </a:t>
            </a:r>
            <a:r>
              <a:rPr lang="en-US" sz="2300" dirty="0" err="1"/>
              <a:t>microservices</a:t>
            </a:r>
            <a:r>
              <a:rPr lang="en-US" sz="2300" dirty="0"/>
              <a:t> and their responsibilities.</a:t>
            </a:r>
          </a:p>
          <a:p>
            <a:r>
              <a:rPr lang="en-US" sz="2300" dirty="0"/>
              <a:t>List major APIs in your solution.</a:t>
            </a:r>
          </a:p>
          <a:p>
            <a:r>
              <a:rPr lang="en-US" sz="2300" dirty="0"/>
              <a:t>Show interaction flows (runtime architecture) between services for a few scenarios such as:</a:t>
            </a:r>
          </a:p>
          <a:p>
            <a:pPr marL="231775" lvl="1" indent="-231775"/>
            <a:r>
              <a:rPr lang="en-US" sz="2300" dirty="0">
                <a:cs typeface="Arial"/>
              </a:rPr>
              <a:t>Item/Price/Inventory update </a:t>
            </a:r>
          </a:p>
          <a:p>
            <a:pPr marL="574675" lvl="2" indent="-231775"/>
            <a:r>
              <a:rPr lang="en-US" sz="2300" dirty="0">
                <a:cs typeface="Arial"/>
              </a:rPr>
              <a:t>Search</a:t>
            </a:r>
          </a:p>
          <a:p>
            <a:pPr marL="574675" lvl="2" indent="-231775"/>
            <a:r>
              <a:rPr lang="en-US" sz="2300" dirty="0">
                <a:cs typeface="Arial"/>
              </a:rPr>
              <a:t>Add to Cart</a:t>
            </a:r>
          </a:p>
          <a:p>
            <a:pPr lvl="1">
              <a:buFont typeface="Wingdings" panose="05000000000000000000" pitchFamily="2" charset="2"/>
              <a:buChar char="§"/>
            </a:pPr>
            <a:endParaRPr lang="en-US" dirty="0"/>
          </a:p>
        </p:txBody>
      </p:sp>
    </p:spTree>
    <p:extLst>
      <p:ext uri="{BB962C8B-B14F-4D97-AF65-F5344CB8AC3E}">
        <p14:creationId xmlns:p14="http://schemas.microsoft.com/office/powerpoint/2010/main" val="1142372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FBC93-C19A-4653-AB3E-1A06979C0358}"/>
              </a:ext>
            </a:extLst>
          </p:cNvPr>
          <p:cNvSpPr>
            <a:spLocks noGrp="1"/>
          </p:cNvSpPr>
          <p:nvPr>
            <p:ph type="ctrTitle"/>
          </p:nvPr>
        </p:nvSpPr>
        <p:spPr/>
        <p:txBody>
          <a:bodyPr/>
          <a:lstStyle/>
          <a:p>
            <a:r>
              <a:rPr lang="en-US"/>
              <a:t>Architecture phase</a:t>
            </a:r>
          </a:p>
        </p:txBody>
      </p:sp>
    </p:spTree>
    <p:extLst>
      <p:ext uri="{BB962C8B-B14F-4D97-AF65-F5344CB8AC3E}">
        <p14:creationId xmlns:p14="http://schemas.microsoft.com/office/powerpoint/2010/main" val="104888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57201" y="276123"/>
            <a:ext cx="8229600" cy="438582"/>
          </a:xfrm>
        </p:spPr>
        <p:txBody>
          <a:bodyPr/>
          <a:lstStyle/>
          <a:p>
            <a:r>
              <a:rPr lang="en-IN" dirty="0"/>
              <a:t>Identified Bounded Context (Domains , Subdomains)</a:t>
            </a:r>
          </a:p>
        </p:txBody>
      </p:sp>
      <p:sp>
        <p:nvSpPr>
          <p:cNvPr id="3" name="Text Placeholder 2"/>
          <p:cNvSpPr>
            <a:spLocks noGrp="1"/>
          </p:cNvSpPr>
          <p:nvPr>
            <p:ph type="body" sz="quarter" idx="16"/>
          </p:nvPr>
        </p:nvSpPr>
        <p:spPr>
          <a:xfrm>
            <a:off x="446088" y="714705"/>
            <a:ext cx="8240713" cy="4256688"/>
          </a:xfrm>
        </p:spPr>
        <p:txBody>
          <a:bodyPr/>
          <a:lstStyle/>
          <a:p>
            <a:r>
              <a:rPr lang="en-US" sz="1800" b="1" dirty="0">
                <a:solidFill>
                  <a:schemeClr val="tx1"/>
                </a:solidFill>
              </a:rPr>
              <a:t>Retail e-commerce Domain</a:t>
            </a:r>
            <a:endParaRPr lang="en-IN" b="1" dirty="0">
              <a:solidFill>
                <a:schemeClr val="tx1"/>
              </a:solidFill>
            </a:endParaRPr>
          </a:p>
          <a:p>
            <a:r>
              <a:rPr lang="en-IN" dirty="0"/>
              <a:t>Product Catalogue (Sub Domain)</a:t>
            </a:r>
          </a:p>
          <a:p>
            <a:pPr lvl="1"/>
            <a:r>
              <a:rPr lang="en-IN" dirty="0"/>
              <a:t>Product</a:t>
            </a:r>
          </a:p>
          <a:p>
            <a:pPr lvl="2"/>
            <a:r>
              <a:rPr lang="en-IN" dirty="0"/>
              <a:t>Content</a:t>
            </a:r>
          </a:p>
          <a:p>
            <a:pPr lvl="2"/>
            <a:r>
              <a:rPr lang="en-IN" dirty="0"/>
              <a:t>Product Customer reviews and ratings</a:t>
            </a:r>
          </a:p>
          <a:p>
            <a:pPr lvl="1"/>
            <a:r>
              <a:rPr lang="en-IN" dirty="0"/>
              <a:t>Product Pricing(Sub Domain)</a:t>
            </a:r>
          </a:p>
          <a:p>
            <a:pPr lvl="1"/>
            <a:r>
              <a:rPr lang="en-IN" dirty="0"/>
              <a:t>Product Promotion(Sub Domain)</a:t>
            </a:r>
          </a:p>
          <a:p>
            <a:r>
              <a:rPr lang="en-IN" dirty="0"/>
              <a:t>Store (Sub Domain)</a:t>
            </a:r>
          </a:p>
          <a:p>
            <a:r>
              <a:rPr lang="en-IN" dirty="0"/>
              <a:t>Product Search (Sub Domain)</a:t>
            </a:r>
          </a:p>
          <a:p>
            <a:r>
              <a:rPr lang="en-IN" dirty="0"/>
              <a:t>Inventory (Supporting Sub Domain)</a:t>
            </a:r>
          </a:p>
          <a:p>
            <a:pPr lvl="1"/>
            <a:r>
              <a:rPr lang="en-IN" dirty="0"/>
              <a:t>Product</a:t>
            </a:r>
          </a:p>
          <a:p>
            <a:r>
              <a:rPr lang="en-IN" dirty="0"/>
              <a:t>Customer Management (Supporting Domain)</a:t>
            </a:r>
          </a:p>
          <a:p>
            <a:r>
              <a:rPr lang="en-IN" dirty="0"/>
              <a:t>Order fulfilment (Supporting Domain)</a:t>
            </a:r>
          </a:p>
          <a:p>
            <a:endParaRPr lang="en-IN" dirty="0"/>
          </a:p>
        </p:txBody>
      </p:sp>
    </p:spTree>
    <p:extLst>
      <p:ext uri="{BB962C8B-B14F-4D97-AF65-F5344CB8AC3E}">
        <p14:creationId xmlns:p14="http://schemas.microsoft.com/office/powerpoint/2010/main" val="981620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60376" y="108855"/>
            <a:ext cx="8229600" cy="438582"/>
          </a:xfrm>
        </p:spPr>
        <p:txBody>
          <a:bodyPr/>
          <a:lstStyle/>
          <a:p>
            <a:r>
              <a:rPr lang="en-IN" dirty="0"/>
              <a:t>Bounded Contexts for </a:t>
            </a:r>
            <a:r>
              <a:rPr lang="en-IN" dirty="0">
                <a:solidFill>
                  <a:schemeClr val="tx1"/>
                </a:solidFill>
              </a:rPr>
              <a:t>Meru – E-commerce</a:t>
            </a:r>
          </a:p>
          <a:p>
            <a:endParaRPr lang="en-IN" dirty="0"/>
          </a:p>
        </p:txBody>
      </p:sp>
      <p:sp>
        <p:nvSpPr>
          <p:cNvPr id="4" name="Oval 3"/>
          <p:cNvSpPr/>
          <p:nvPr/>
        </p:nvSpPr>
        <p:spPr>
          <a:xfrm>
            <a:off x="830318" y="547437"/>
            <a:ext cx="7189076" cy="333088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b="1" dirty="0">
              <a:solidFill>
                <a:schemeClr val="tx1"/>
              </a:solidFill>
            </a:endParaRPr>
          </a:p>
        </p:txBody>
      </p:sp>
      <p:sp>
        <p:nvSpPr>
          <p:cNvPr id="5" name="Rounded Rectangle 4"/>
          <p:cNvSpPr/>
          <p:nvPr/>
        </p:nvSpPr>
        <p:spPr>
          <a:xfrm>
            <a:off x="2435810" y="1156138"/>
            <a:ext cx="998034" cy="505394"/>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Catalogue</a:t>
            </a:r>
          </a:p>
        </p:txBody>
      </p:sp>
      <p:sp>
        <p:nvSpPr>
          <p:cNvPr id="6" name="Rounded Rectangle 5"/>
          <p:cNvSpPr/>
          <p:nvPr/>
        </p:nvSpPr>
        <p:spPr>
          <a:xfrm>
            <a:off x="5633766" y="1133436"/>
            <a:ext cx="998034" cy="528096"/>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Store</a:t>
            </a:r>
          </a:p>
        </p:txBody>
      </p:sp>
      <p:sp>
        <p:nvSpPr>
          <p:cNvPr id="7" name="Rounded Rectangle 6"/>
          <p:cNvSpPr/>
          <p:nvPr/>
        </p:nvSpPr>
        <p:spPr>
          <a:xfrm>
            <a:off x="1374438" y="2009968"/>
            <a:ext cx="1240574" cy="520529"/>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Customer Management</a:t>
            </a:r>
          </a:p>
        </p:txBody>
      </p:sp>
      <p:sp>
        <p:nvSpPr>
          <p:cNvPr id="9" name="Rounded Rectangle 8"/>
          <p:cNvSpPr/>
          <p:nvPr/>
        </p:nvSpPr>
        <p:spPr>
          <a:xfrm>
            <a:off x="4034788" y="2226251"/>
            <a:ext cx="998034" cy="52809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Inventory</a:t>
            </a:r>
          </a:p>
        </p:txBody>
      </p:sp>
      <p:sp>
        <p:nvSpPr>
          <p:cNvPr id="11" name="Rounded Rectangle 10"/>
          <p:cNvSpPr/>
          <p:nvPr/>
        </p:nvSpPr>
        <p:spPr>
          <a:xfrm>
            <a:off x="5927609" y="1993339"/>
            <a:ext cx="1308409" cy="520529"/>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Order fulfilment</a:t>
            </a:r>
          </a:p>
        </p:txBody>
      </p:sp>
      <p:sp>
        <p:nvSpPr>
          <p:cNvPr id="12" name="Rounded Rectangle 11"/>
          <p:cNvSpPr/>
          <p:nvPr/>
        </p:nvSpPr>
        <p:spPr>
          <a:xfrm>
            <a:off x="3865661" y="1137287"/>
            <a:ext cx="1336288" cy="524245"/>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Product Search</a:t>
            </a:r>
          </a:p>
        </p:txBody>
      </p:sp>
      <p:sp>
        <p:nvSpPr>
          <p:cNvPr id="13" name="Rounded Rectangle 12"/>
          <p:cNvSpPr/>
          <p:nvPr/>
        </p:nvSpPr>
        <p:spPr>
          <a:xfrm>
            <a:off x="2648871" y="2745097"/>
            <a:ext cx="998034" cy="49072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Pricing</a:t>
            </a:r>
          </a:p>
        </p:txBody>
      </p:sp>
      <p:sp>
        <p:nvSpPr>
          <p:cNvPr id="14" name="Rounded Rectangle 13"/>
          <p:cNvSpPr/>
          <p:nvPr/>
        </p:nvSpPr>
        <p:spPr>
          <a:xfrm>
            <a:off x="5245883" y="2758383"/>
            <a:ext cx="1122161" cy="528097"/>
          </a:xfrm>
          <a:prstGeom prst="round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t>Promotions</a:t>
            </a:r>
          </a:p>
        </p:txBody>
      </p:sp>
    </p:spTree>
    <p:extLst>
      <p:ext uri="{BB962C8B-B14F-4D97-AF65-F5344CB8AC3E}">
        <p14:creationId xmlns:p14="http://schemas.microsoft.com/office/powerpoint/2010/main" val="1654138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4967-0405-42BC-8513-4D0062A2F9D8}"/>
              </a:ext>
            </a:extLst>
          </p:cNvPr>
          <p:cNvSpPr>
            <a:spLocks noGrp="1"/>
          </p:cNvSpPr>
          <p:nvPr>
            <p:ph type="title"/>
          </p:nvPr>
        </p:nvSpPr>
        <p:spPr>
          <a:xfrm>
            <a:off x="319713" y="-19935"/>
            <a:ext cx="7886700" cy="643251"/>
          </a:xfrm>
        </p:spPr>
        <p:txBody>
          <a:bodyPr>
            <a:normAutofit/>
          </a:bodyPr>
          <a:lstStyle/>
          <a:p>
            <a:r>
              <a:rPr lang="en-US" sz="1950">
                <a:solidFill>
                  <a:srgbClr val="002060"/>
                </a:solidFill>
                <a:latin typeface="Arial"/>
                <a:cs typeface="Calibri Light"/>
              </a:rPr>
              <a:t>Bounded Context with </a:t>
            </a:r>
            <a:r>
              <a:rPr lang="en-US" sz="1950">
                <a:solidFill>
                  <a:srgbClr val="002060"/>
                </a:solidFill>
                <a:latin typeface="Arial"/>
                <a:ea typeface="+mj-lt"/>
                <a:cs typeface="+mj-lt"/>
              </a:rPr>
              <a:t>Ubiquitous Language </a:t>
            </a:r>
            <a:endParaRPr lang="en-US" sz="1950">
              <a:solidFill>
                <a:srgbClr val="002060"/>
              </a:solidFill>
              <a:latin typeface="Arial"/>
              <a:cs typeface="Calibri Light"/>
            </a:endParaRPr>
          </a:p>
        </p:txBody>
      </p:sp>
      <p:sp>
        <p:nvSpPr>
          <p:cNvPr id="5" name="Oval 4">
            <a:extLst>
              <a:ext uri="{FF2B5EF4-FFF2-40B4-BE49-F238E27FC236}">
                <a16:creationId xmlns:a16="http://schemas.microsoft.com/office/drawing/2014/main" id="{872B80F6-2364-4D28-8B4E-0F17E6FC173D}"/>
              </a:ext>
            </a:extLst>
          </p:cNvPr>
          <p:cNvSpPr/>
          <p:nvPr/>
        </p:nvSpPr>
        <p:spPr>
          <a:xfrm>
            <a:off x="122541" y="723388"/>
            <a:ext cx="4130841" cy="1985210"/>
          </a:xfrm>
          <a:prstGeom prst="ellipse">
            <a:avLst/>
          </a:prstGeom>
          <a:ln w="22225"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350" b="1">
              <a:cs typeface="Calibri"/>
            </a:endParaRPr>
          </a:p>
        </p:txBody>
      </p:sp>
      <p:sp>
        <p:nvSpPr>
          <p:cNvPr id="7" name="TextBox 6">
            <a:extLst>
              <a:ext uri="{FF2B5EF4-FFF2-40B4-BE49-F238E27FC236}">
                <a16:creationId xmlns:a16="http://schemas.microsoft.com/office/drawing/2014/main" id="{9F3534A7-31ED-4A5B-B3A5-30A53D1FBCE1}"/>
              </a:ext>
            </a:extLst>
          </p:cNvPr>
          <p:cNvSpPr txBox="1"/>
          <p:nvPr/>
        </p:nvSpPr>
        <p:spPr>
          <a:xfrm>
            <a:off x="1369454" y="777971"/>
            <a:ext cx="2057400"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b="1" dirty="0">
                <a:solidFill>
                  <a:srgbClr val="FF0000"/>
                </a:solidFill>
              </a:rPr>
              <a:t>Catalog Context</a:t>
            </a:r>
            <a:endParaRPr lang="en-US" sz="1350" b="1" dirty="0">
              <a:solidFill>
                <a:srgbClr val="FF0000"/>
              </a:solidFill>
              <a:cs typeface="Calibri"/>
            </a:endParaRPr>
          </a:p>
        </p:txBody>
      </p:sp>
      <p:sp>
        <p:nvSpPr>
          <p:cNvPr id="8" name="Oval 7">
            <a:extLst>
              <a:ext uri="{FF2B5EF4-FFF2-40B4-BE49-F238E27FC236}">
                <a16:creationId xmlns:a16="http://schemas.microsoft.com/office/drawing/2014/main" id="{9B9B551F-61D5-481A-BE5F-6C6D6BC506C0}"/>
              </a:ext>
            </a:extLst>
          </p:cNvPr>
          <p:cNvSpPr/>
          <p:nvPr/>
        </p:nvSpPr>
        <p:spPr>
          <a:xfrm>
            <a:off x="4657725" y="732424"/>
            <a:ext cx="4120815" cy="1985210"/>
          </a:xfrm>
          <a:prstGeom prst="ellipse">
            <a:avLst/>
          </a:prstGeom>
          <a:ln w="22225"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350" b="1"/>
          </a:p>
        </p:txBody>
      </p:sp>
      <p:sp>
        <p:nvSpPr>
          <p:cNvPr id="9" name="TextBox 8">
            <a:extLst>
              <a:ext uri="{FF2B5EF4-FFF2-40B4-BE49-F238E27FC236}">
                <a16:creationId xmlns:a16="http://schemas.microsoft.com/office/drawing/2014/main" id="{7491C03C-8754-4521-BC2F-1172B2EA96EC}"/>
              </a:ext>
            </a:extLst>
          </p:cNvPr>
          <p:cNvSpPr txBox="1"/>
          <p:nvPr/>
        </p:nvSpPr>
        <p:spPr>
          <a:xfrm>
            <a:off x="6024687" y="785553"/>
            <a:ext cx="2057400" cy="4847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b="1" dirty="0">
                <a:solidFill>
                  <a:srgbClr val="FF0000"/>
                </a:solidFill>
                <a:ea typeface="+mn-lt"/>
                <a:cs typeface="+mn-lt"/>
              </a:rPr>
              <a:t>Search Context</a:t>
            </a:r>
            <a:endParaRPr lang="en-US" sz="1350" b="1" dirty="0">
              <a:solidFill>
                <a:srgbClr val="FF0000"/>
              </a:solidFill>
            </a:endParaRPr>
          </a:p>
          <a:p>
            <a:pPr algn="l"/>
            <a:endParaRPr lang="en-US" sz="1350" b="1" dirty="0">
              <a:solidFill>
                <a:srgbClr val="FF0000"/>
              </a:solidFill>
              <a:cs typeface="Calibri"/>
            </a:endParaRPr>
          </a:p>
        </p:txBody>
      </p:sp>
      <p:sp>
        <p:nvSpPr>
          <p:cNvPr id="11" name="Oval 10">
            <a:extLst>
              <a:ext uri="{FF2B5EF4-FFF2-40B4-BE49-F238E27FC236}">
                <a16:creationId xmlns:a16="http://schemas.microsoft.com/office/drawing/2014/main" id="{1E3835B0-45C9-40E6-80D5-0436D914C2F6}"/>
              </a:ext>
            </a:extLst>
          </p:cNvPr>
          <p:cNvSpPr/>
          <p:nvPr/>
        </p:nvSpPr>
        <p:spPr>
          <a:xfrm>
            <a:off x="5980572" y="2867401"/>
            <a:ext cx="2877552" cy="1985210"/>
          </a:xfrm>
          <a:prstGeom prst="ellipse">
            <a:avLst/>
          </a:prstGeom>
          <a:ln w="22225"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350" b="1"/>
          </a:p>
        </p:txBody>
      </p:sp>
      <p:sp>
        <p:nvSpPr>
          <p:cNvPr id="14" name="TextBox 13">
            <a:extLst>
              <a:ext uri="{FF2B5EF4-FFF2-40B4-BE49-F238E27FC236}">
                <a16:creationId xmlns:a16="http://schemas.microsoft.com/office/drawing/2014/main" id="{5F76F098-4893-41E1-BAFD-4240038B95D7}"/>
              </a:ext>
            </a:extLst>
          </p:cNvPr>
          <p:cNvSpPr txBox="1"/>
          <p:nvPr/>
        </p:nvSpPr>
        <p:spPr>
          <a:xfrm>
            <a:off x="6636044" y="2998910"/>
            <a:ext cx="2057400" cy="48474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b="1">
                <a:solidFill>
                  <a:srgbClr val="FF0000"/>
                </a:solidFill>
                <a:ea typeface="+mn-lt"/>
                <a:cs typeface="+mn-lt"/>
              </a:rPr>
              <a:t>Inventory Context</a:t>
            </a:r>
          </a:p>
          <a:p>
            <a:pPr algn="l"/>
            <a:endParaRPr lang="en-US" sz="1350" b="1">
              <a:solidFill>
                <a:srgbClr val="FF0000"/>
              </a:solidFill>
              <a:cs typeface="Calibri"/>
            </a:endParaRPr>
          </a:p>
        </p:txBody>
      </p:sp>
      <p:sp>
        <p:nvSpPr>
          <p:cNvPr id="3" name="TextBox 2">
            <a:extLst>
              <a:ext uri="{FF2B5EF4-FFF2-40B4-BE49-F238E27FC236}">
                <a16:creationId xmlns:a16="http://schemas.microsoft.com/office/drawing/2014/main" id="{1EFA01CB-44D1-4586-A7FD-CBB90786774F}"/>
              </a:ext>
            </a:extLst>
          </p:cNvPr>
          <p:cNvSpPr txBox="1"/>
          <p:nvPr/>
        </p:nvSpPr>
        <p:spPr>
          <a:xfrm>
            <a:off x="485274" y="1357563"/>
            <a:ext cx="2057400"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l"/>
            <a:endParaRPr lang="en-US" sz="1350">
              <a:cs typeface="Calibri"/>
            </a:endParaRPr>
          </a:p>
        </p:txBody>
      </p:sp>
      <p:sp>
        <p:nvSpPr>
          <p:cNvPr id="4" name="Rectangle 3">
            <a:extLst>
              <a:ext uri="{FF2B5EF4-FFF2-40B4-BE49-F238E27FC236}">
                <a16:creationId xmlns:a16="http://schemas.microsoft.com/office/drawing/2014/main" id="{C7D92D34-64F9-445F-8726-A6E6F1F15A74}"/>
              </a:ext>
            </a:extLst>
          </p:cNvPr>
          <p:cNvSpPr/>
          <p:nvPr/>
        </p:nvSpPr>
        <p:spPr>
          <a:xfrm>
            <a:off x="1678758" y="1209361"/>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latin typeface="Calibri"/>
              </a:rPr>
              <a:t>Product</a:t>
            </a:r>
            <a:endParaRPr lang="en-US" sz="1350" dirty="0"/>
          </a:p>
        </p:txBody>
      </p:sp>
      <p:sp>
        <p:nvSpPr>
          <p:cNvPr id="15" name="Rectangle 14">
            <a:extLst>
              <a:ext uri="{FF2B5EF4-FFF2-40B4-BE49-F238E27FC236}">
                <a16:creationId xmlns:a16="http://schemas.microsoft.com/office/drawing/2014/main" id="{8066DF5B-9A20-4B8A-BF4D-C2919A3A11ED}"/>
              </a:ext>
            </a:extLst>
          </p:cNvPr>
          <p:cNvSpPr/>
          <p:nvPr/>
        </p:nvSpPr>
        <p:spPr>
          <a:xfrm>
            <a:off x="366514" y="1370803"/>
            <a:ext cx="909056" cy="3849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Category</a:t>
            </a:r>
          </a:p>
        </p:txBody>
      </p:sp>
      <p:sp>
        <p:nvSpPr>
          <p:cNvPr id="16" name="Rectangle 15">
            <a:extLst>
              <a:ext uri="{FF2B5EF4-FFF2-40B4-BE49-F238E27FC236}">
                <a16:creationId xmlns:a16="http://schemas.microsoft.com/office/drawing/2014/main" id="{1DEA10D0-0132-448E-98A5-C7D0D6A295DB}"/>
              </a:ext>
            </a:extLst>
          </p:cNvPr>
          <p:cNvSpPr/>
          <p:nvPr/>
        </p:nvSpPr>
        <p:spPr>
          <a:xfrm>
            <a:off x="1790332" y="2271801"/>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Rating</a:t>
            </a:r>
          </a:p>
        </p:txBody>
      </p:sp>
      <p:sp>
        <p:nvSpPr>
          <p:cNvPr id="17" name="Rectangle 16">
            <a:extLst>
              <a:ext uri="{FF2B5EF4-FFF2-40B4-BE49-F238E27FC236}">
                <a16:creationId xmlns:a16="http://schemas.microsoft.com/office/drawing/2014/main" id="{FA239E92-8DFC-4B6F-8258-3D00C456FAA5}"/>
              </a:ext>
            </a:extLst>
          </p:cNvPr>
          <p:cNvSpPr/>
          <p:nvPr/>
        </p:nvSpPr>
        <p:spPr>
          <a:xfrm>
            <a:off x="2706112" y="1852915"/>
            <a:ext cx="1274651" cy="37475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Product Reviews</a:t>
            </a:r>
          </a:p>
        </p:txBody>
      </p:sp>
      <p:sp>
        <p:nvSpPr>
          <p:cNvPr id="19" name="Rectangle 18">
            <a:extLst>
              <a:ext uri="{FF2B5EF4-FFF2-40B4-BE49-F238E27FC236}">
                <a16:creationId xmlns:a16="http://schemas.microsoft.com/office/drawing/2014/main" id="{2BF6A208-0AE1-49EE-A0B0-2A9F67898D4D}"/>
              </a:ext>
            </a:extLst>
          </p:cNvPr>
          <p:cNvSpPr/>
          <p:nvPr/>
        </p:nvSpPr>
        <p:spPr>
          <a:xfrm>
            <a:off x="772329" y="1922779"/>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Price</a:t>
            </a:r>
          </a:p>
        </p:txBody>
      </p:sp>
      <p:sp>
        <p:nvSpPr>
          <p:cNvPr id="20" name="Rectangle 19">
            <a:extLst>
              <a:ext uri="{FF2B5EF4-FFF2-40B4-BE49-F238E27FC236}">
                <a16:creationId xmlns:a16="http://schemas.microsoft.com/office/drawing/2014/main" id="{1C8F65B6-5389-4E54-8E3B-19EB98BEAF10}"/>
              </a:ext>
            </a:extLst>
          </p:cNvPr>
          <p:cNvSpPr/>
          <p:nvPr/>
        </p:nvSpPr>
        <p:spPr>
          <a:xfrm>
            <a:off x="1318537" y="1524064"/>
            <a:ext cx="1223210" cy="2316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Subcategory</a:t>
            </a:r>
          </a:p>
        </p:txBody>
      </p:sp>
      <p:sp>
        <p:nvSpPr>
          <p:cNvPr id="22" name="Rectangle 21">
            <a:extLst>
              <a:ext uri="{FF2B5EF4-FFF2-40B4-BE49-F238E27FC236}">
                <a16:creationId xmlns:a16="http://schemas.microsoft.com/office/drawing/2014/main" id="{B960B311-A043-415F-9C18-4946FDA508D2}"/>
              </a:ext>
            </a:extLst>
          </p:cNvPr>
          <p:cNvSpPr/>
          <p:nvPr/>
        </p:nvSpPr>
        <p:spPr>
          <a:xfrm>
            <a:off x="5018047" y="1353427"/>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latin typeface="Calibri"/>
              </a:rPr>
              <a:t>Product</a:t>
            </a:r>
            <a:endParaRPr lang="en-US" sz="1350" dirty="0"/>
          </a:p>
        </p:txBody>
      </p:sp>
      <p:sp>
        <p:nvSpPr>
          <p:cNvPr id="23" name="Rectangle 22">
            <a:extLst>
              <a:ext uri="{FF2B5EF4-FFF2-40B4-BE49-F238E27FC236}">
                <a16:creationId xmlns:a16="http://schemas.microsoft.com/office/drawing/2014/main" id="{5A48F492-44DF-404B-B5C6-F67F55A46086}"/>
              </a:ext>
            </a:extLst>
          </p:cNvPr>
          <p:cNvSpPr/>
          <p:nvPr/>
        </p:nvSpPr>
        <p:spPr>
          <a:xfrm>
            <a:off x="6171073" y="1270301"/>
            <a:ext cx="982578" cy="3037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Category</a:t>
            </a:r>
          </a:p>
        </p:txBody>
      </p:sp>
      <p:sp>
        <p:nvSpPr>
          <p:cNvPr id="24" name="Rectangle 23">
            <a:extLst>
              <a:ext uri="{FF2B5EF4-FFF2-40B4-BE49-F238E27FC236}">
                <a16:creationId xmlns:a16="http://schemas.microsoft.com/office/drawing/2014/main" id="{74D1948C-6FBC-4A9B-A990-722E45BA49E9}"/>
              </a:ext>
            </a:extLst>
          </p:cNvPr>
          <p:cNvSpPr/>
          <p:nvPr/>
        </p:nvSpPr>
        <p:spPr>
          <a:xfrm>
            <a:off x="7364203" y="1353426"/>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Rating</a:t>
            </a:r>
          </a:p>
        </p:txBody>
      </p:sp>
      <p:sp>
        <p:nvSpPr>
          <p:cNvPr id="25" name="Rectangle 24">
            <a:extLst>
              <a:ext uri="{FF2B5EF4-FFF2-40B4-BE49-F238E27FC236}">
                <a16:creationId xmlns:a16="http://schemas.microsoft.com/office/drawing/2014/main" id="{942EAE4F-4D3F-4D18-BB90-BB8B2A54DB22}"/>
              </a:ext>
            </a:extLst>
          </p:cNvPr>
          <p:cNvSpPr/>
          <p:nvPr/>
        </p:nvSpPr>
        <p:spPr>
          <a:xfrm>
            <a:off x="5058151" y="1794583"/>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Price</a:t>
            </a:r>
          </a:p>
        </p:txBody>
      </p:sp>
      <p:sp>
        <p:nvSpPr>
          <p:cNvPr id="27" name="Rectangle 26">
            <a:extLst>
              <a:ext uri="{FF2B5EF4-FFF2-40B4-BE49-F238E27FC236}">
                <a16:creationId xmlns:a16="http://schemas.microsoft.com/office/drawing/2014/main" id="{0476FE1F-1D89-42A0-AD30-A75619B58350}"/>
              </a:ext>
            </a:extLst>
          </p:cNvPr>
          <p:cNvSpPr/>
          <p:nvPr/>
        </p:nvSpPr>
        <p:spPr>
          <a:xfrm>
            <a:off x="7364203" y="1724400"/>
            <a:ext cx="942473" cy="2807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 Reviews</a:t>
            </a:r>
          </a:p>
        </p:txBody>
      </p:sp>
      <p:sp>
        <p:nvSpPr>
          <p:cNvPr id="29" name="Rectangle 28">
            <a:extLst>
              <a:ext uri="{FF2B5EF4-FFF2-40B4-BE49-F238E27FC236}">
                <a16:creationId xmlns:a16="http://schemas.microsoft.com/office/drawing/2014/main" id="{DB464A20-28F3-42AF-9682-D29FE382B5F5}"/>
              </a:ext>
            </a:extLst>
          </p:cNvPr>
          <p:cNvSpPr/>
          <p:nvPr/>
        </p:nvSpPr>
        <p:spPr>
          <a:xfrm>
            <a:off x="6076890" y="2134164"/>
            <a:ext cx="1406476" cy="2937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Subcategory</a:t>
            </a:r>
          </a:p>
        </p:txBody>
      </p:sp>
      <p:sp>
        <p:nvSpPr>
          <p:cNvPr id="30" name="Rectangle 29">
            <a:extLst>
              <a:ext uri="{FF2B5EF4-FFF2-40B4-BE49-F238E27FC236}">
                <a16:creationId xmlns:a16="http://schemas.microsoft.com/office/drawing/2014/main" id="{69E9EFD5-278C-44C4-842C-88C8769F5B13}"/>
              </a:ext>
            </a:extLst>
          </p:cNvPr>
          <p:cNvSpPr/>
          <p:nvPr/>
        </p:nvSpPr>
        <p:spPr>
          <a:xfrm>
            <a:off x="2619394" y="1353426"/>
            <a:ext cx="1386195" cy="4023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Product Description</a:t>
            </a:r>
          </a:p>
        </p:txBody>
      </p:sp>
      <p:sp>
        <p:nvSpPr>
          <p:cNvPr id="31" name="Rectangle 30">
            <a:extLst>
              <a:ext uri="{FF2B5EF4-FFF2-40B4-BE49-F238E27FC236}">
                <a16:creationId xmlns:a16="http://schemas.microsoft.com/office/drawing/2014/main" id="{C7D92D34-64F9-445F-8726-A6E6F1F15A74}"/>
              </a:ext>
            </a:extLst>
          </p:cNvPr>
          <p:cNvSpPr/>
          <p:nvPr/>
        </p:nvSpPr>
        <p:spPr>
          <a:xfrm>
            <a:off x="6311441" y="3647047"/>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latin typeface="Calibri"/>
              </a:rPr>
              <a:t>Product</a:t>
            </a:r>
            <a:endParaRPr lang="en-US" sz="1350"/>
          </a:p>
        </p:txBody>
      </p:sp>
      <p:sp>
        <p:nvSpPr>
          <p:cNvPr id="35" name="Rectangle 34">
            <a:extLst>
              <a:ext uri="{FF2B5EF4-FFF2-40B4-BE49-F238E27FC236}">
                <a16:creationId xmlns:a16="http://schemas.microsoft.com/office/drawing/2014/main" id="{C7D92D34-64F9-445F-8726-A6E6F1F15A74}"/>
              </a:ext>
            </a:extLst>
          </p:cNvPr>
          <p:cNvSpPr/>
          <p:nvPr/>
        </p:nvSpPr>
        <p:spPr>
          <a:xfrm>
            <a:off x="7362793" y="3702273"/>
            <a:ext cx="842210" cy="23060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latin typeface="Calibri"/>
              </a:rPr>
              <a:t>Quantity</a:t>
            </a:r>
            <a:endParaRPr lang="en-US" sz="1350"/>
          </a:p>
        </p:txBody>
      </p:sp>
      <p:sp>
        <p:nvSpPr>
          <p:cNvPr id="36" name="Rectangle 35">
            <a:extLst>
              <a:ext uri="{FF2B5EF4-FFF2-40B4-BE49-F238E27FC236}">
                <a16:creationId xmlns:a16="http://schemas.microsoft.com/office/drawing/2014/main" id="{C7D92D34-64F9-445F-8726-A6E6F1F15A74}"/>
              </a:ext>
            </a:extLst>
          </p:cNvPr>
          <p:cNvSpPr/>
          <p:nvPr/>
        </p:nvSpPr>
        <p:spPr>
          <a:xfrm>
            <a:off x="6878554" y="4152109"/>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latin typeface="Calibri"/>
              </a:rPr>
              <a:t>Location</a:t>
            </a:r>
            <a:endParaRPr lang="en-US" sz="1350"/>
          </a:p>
        </p:txBody>
      </p:sp>
      <p:sp>
        <p:nvSpPr>
          <p:cNvPr id="42" name="Oval 41">
            <a:extLst>
              <a:ext uri="{FF2B5EF4-FFF2-40B4-BE49-F238E27FC236}">
                <a16:creationId xmlns:a16="http://schemas.microsoft.com/office/drawing/2014/main" id="{26E985AD-2413-47D6-86EE-DCAC9C955DAC}"/>
              </a:ext>
            </a:extLst>
          </p:cNvPr>
          <p:cNvSpPr/>
          <p:nvPr/>
        </p:nvSpPr>
        <p:spPr>
          <a:xfrm>
            <a:off x="756859" y="2867401"/>
            <a:ext cx="3629527" cy="1985210"/>
          </a:xfrm>
          <a:prstGeom prst="ellipse">
            <a:avLst/>
          </a:prstGeom>
          <a:ln w="22225" cmpd="sng"/>
        </p:spPr>
        <p:style>
          <a:lnRef idx="2">
            <a:schemeClr val="dk1"/>
          </a:lnRef>
          <a:fillRef idx="1">
            <a:schemeClr val="lt1"/>
          </a:fillRef>
          <a:effectRef idx="0">
            <a:schemeClr val="dk1"/>
          </a:effectRef>
          <a:fontRef idx="minor">
            <a:schemeClr val="dk1"/>
          </a:fontRef>
        </p:style>
        <p:txBody>
          <a:bodyPr rtlCol="0" anchor="ctr"/>
          <a:lstStyle/>
          <a:p>
            <a:pPr algn="ctr"/>
            <a:endParaRPr lang="en-US" sz="1350" b="1"/>
          </a:p>
        </p:txBody>
      </p:sp>
      <p:sp>
        <p:nvSpPr>
          <p:cNvPr id="41" name="TextBox 40">
            <a:extLst>
              <a:ext uri="{FF2B5EF4-FFF2-40B4-BE49-F238E27FC236}">
                <a16:creationId xmlns:a16="http://schemas.microsoft.com/office/drawing/2014/main" id="{823CFA48-376D-41F9-9342-31753B7EE195}"/>
              </a:ext>
            </a:extLst>
          </p:cNvPr>
          <p:cNvSpPr txBox="1"/>
          <p:nvPr/>
        </p:nvSpPr>
        <p:spPr>
          <a:xfrm>
            <a:off x="1614539" y="2913502"/>
            <a:ext cx="2308058" cy="69249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r>
              <a:rPr lang="en-US" sz="1350" b="1" dirty="0">
                <a:solidFill>
                  <a:srgbClr val="FF0000"/>
                </a:solidFill>
                <a:ea typeface="+mn-lt"/>
                <a:cs typeface="+mn-lt"/>
              </a:rPr>
              <a:t>Order Management Context</a:t>
            </a:r>
          </a:p>
          <a:p>
            <a:pPr algn="l"/>
            <a:endParaRPr lang="en-US" sz="1350" b="1" dirty="0">
              <a:solidFill>
                <a:srgbClr val="FF0000"/>
              </a:solidFill>
              <a:cs typeface="Calibri"/>
            </a:endParaRPr>
          </a:p>
        </p:txBody>
      </p:sp>
      <p:sp>
        <p:nvSpPr>
          <p:cNvPr id="43" name="Rectangle 42">
            <a:extLst>
              <a:ext uri="{FF2B5EF4-FFF2-40B4-BE49-F238E27FC236}">
                <a16:creationId xmlns:a16="http://schemas.microsoft.com/office/drawing/2014/main" id="{5B8B69BE-F5F2-43BC-BF6F-3590EA67CACF}"/>
              </a:ext>
            </a:extLst>
          </p:cNvPr>
          <p:cNvSpPr/>
          <p:nvPr/>
        </p:nvSpPr>
        <p:spPr>
          <a:xfrm>
            <a:off x="1218122" y="3605999"/>
            <a:ext cx="983952" cy="37191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latin typeface="Calibri"/>
              </a:rPr>
              <a:t>Customer</a:t>
            </a:r>
            <a:endParaRPr lang="en-US" sz="1350" dirty="0"/>
          </a:p>
        </p:txBody>
      </p:sp>
      <p:sp>
        <p:nvSpPr>
          <p:cNvPr id="46" name="Rectangle 45">
            <a:extLst>
              <a:ext uri="{FF2B5EF4-FFF2-40B4-BE49-F238E27FC236}">
                <a16:creationId xmlns:a16="http://schemas.microsoft.com/office/drawing/2014/main" id="{794995FE-3E8B-4C33-A5B1-8DD5BE1CBB29}"/>
              </a:ext>
            </a:extLst>
          </p:cNvPr>
          <p:cNvSpPr/>
          <p:nvPr/>
        </p:nvSpPr>
        <p:spPr>
          <a:xfrm>
            <a:off x="2501227" y="3605955"/>
            <a:ext cx="1421370" cy="2616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latin typeface="Calibri"/>
              </a:rPr>
              <a:t>Product</a:t>
            </a:r>
            <a:endParaRPr lang="en-US" sz="1350"/>
          </a:p>
        </p:txBody>
      </p:sp>
      <p:sp>
        <p:nvSpPr>
          <p:cNvPr id="47" name="Rectangle 46">
            <a:extLst>
              <a:ext uri="{FF2B5EF4-FFF2-40B4-BE49-F238E27FC236}">
                <a16:creationId xmlns:a16="http://schemas.microsoft.com/office/drawing/2014/main" id="{51FF83E7-23ED-4FEB-9352-99423DD8D28A}"/>
              </a:ext>
            </a:extLst>
          </p:cNvPr>
          <p:cNvSpPr/>
          <p:nvPr/>
        </p:nvSpPr>
        <p:spPr>
          <a:xfrm>
            <a:off x="1359864" y="4084394"/>
            <a:ext cx="842210" cy="22058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latin typeface="Calibri"/>
              </a:rPr>
              <a:t>Quantity</a:t>
            </a:r>
            <a:endParaRPr lang="en-US" sz="1350"/>
          </a:p>
        </p:txBody>
      </p:sp>
      <p:sp>
        <p:nvSpPr>
          <p:cNvPr id="48" name="Rectangle 47">
            <a:extLst>
              <a:ext uri="{FF2B5EF4-FFF2-40B4-BE49-F238E27FC236}">
                <a16:creationId xmlns:a16="http://schemas.microsoft.com/office/drawing/2014/main" id="{0FC919F5-4CA7-4025-BE46-F675A19FDDC0}"/>
              </a:ext>
            </a:extLst>
          </p:cNvPr>
          <p:cNvSpPr/>
          <p:nvPr/>
        </p:nvSpPr>
        <p:spPr>
          <a:xfrm>
            <a:off x="2510217" y="3947995"/>
            <a:ext cx="1393657" cy="170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latin typeface="Calibri"/>
              </a:rPr>
              <a:t>Delivery Location</a:t>
            </a:r>
          </a:p>
        </p:txBody>
      </p:sp>
      <p:sp>
        <p:nvSpPr>
          <p:cNvPr id="49" name="Rectangle 48">
            <a:extLst>
              <a:ext uri="{FF2B5EF4-FFF2-40B4-BE49-F238E27FC236}">
                <a16:creationId xmlns:a16="http://schemas.microsoft.com/office/drawing/2014/main" id="{93F0ABCB-5830-4515-93F6-BF846AAF55A4}"/>
              </a:ext>
            </a:extLst>
          </p:cNvPr>
          <p:cNvSpPr/>
          <p:nvPr/>
        </p:nvSpPr>
        <p:spPr>
          <a:xfrm>
            <a:off x="1888060" y="4453917"/>
            <a:ext cx="1226333" cy="2018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Payment Info</a:t>
            </a:r>
          </a:p>
        </p:txBody>
      </p:sp>
      <p:sp>
        <p:nvSpPr>
          <p:cNvPr id="44" name="Rectangle 43">
            <a:extLst>
              <a:ext uri="{FF2B5EF4-FFF2-40B4-BE49-F238E27FC236}">
                <a16:creationId xmlns:a16="http://schemas.microsoft.com/office/drawing/2014/main" id="{4257BD10-137E-4E5F-A750-C99EB37B8814}"/>
              </a:ext>
            </a:extLst>
          </p:cNvPr>
          <p:cNvSpPr/>
          <p:nvPr/>
        </p:nvSpPr>
        <p:spPr>
          <a:xfrm>
            <a:off x="2520728" y="4177379"/>
            <a:ext cx="1463841" cy="21760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latin typeface="Calibri"/>
              </a:rPr>
              <a:t>Billing Location</a:t>
            </a:r>
            <a:endParaRPr lang="en-US" sz="1350" dirty="0"/>
          </a:p>
        </p:txBody>
      </p:sp>
    </p:spTree>
    <p:extLst>
      <p:ext uri="{BB962C8B-B14F-4D97-AF65-F5344CB8AC3E}">
        <p14:creationId xmlns:p14="http://schemas.microsoft.com/office/powerpoint/2010/main" val="3351102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4967-0405-42BC-8513-4D0062A2F9D8}"/>
              </a:ext>
            </a:extLst>
          </p:cNvPr>
          <p:cNvSpPr>
            <a:spLocks noGrp="1"/>
          </p:cNvSpPr>
          <p:nvPr>
            <p:ph type="title"/>
          </p:nvPr>
        </p:nvSpPr>
        <p:spPr>
          <a:xfrm>
            <a:off x="135230" y="-69269"/>
            <a:ext cx="7886700" cy="643251"/>
          </a:xfrm>
        </p:spPr>
        <p:txBody>
          <a:bodyPr>
            <a:normAutofit/>
          </a:bodyPr>
          <a:lstStyle/>
          <a:p>
            <a:r>
              <a:rPr lang="en-US" sz="1950" dirty="0">
                <a:solidFill>
                  <a:srgbClr val="002060"/>
                </a:solidFill>
                <a:latin typeface="Arial"/>
                <a:cs typeface="Calibri Light"/>
              </a:rPr>
              <a:t>Bounded Context with </a:t>
            </a:r>
            <a:r>
              <a:rPr lang="en-US" sz="1950" dirty="0">
                <a:solidFill>
                  <a:srgbClr val="002060"/>
                </a:solidFill>
                <a:latin typeface="Arial"/>
                <a:ea typeface="+mj-lt"/>
                <a:cs typeface="+mj-lt"/>
              </a:rPr>
              <a:t>Ubiquitous Language </a:t>
            </a:r>
            <a:r>
              <a:rPr lang="en-US" sz="1500" dirty="0">
                <a:solidFill>
                  <a:srgbClr val="002060"/>
                </a:solidFill>
                <a:latin typeface="Arial"/>
                <a:ea typeface="+mj-lt"/>
                <a:cs typeface="+mj-lt"/>
              </a:rPr>
              <a:t>cont.</a:t>
            </a:r>
            <a:endParaRPr lang="en-US" sz="1500" dirty="0">
              <a:solidFill>
                <a:srgbClr val="002060"/>
              </a:solidFill>
              <a:latin typeface="Arial"/>
              <a:cs typeface="Calibri Light"/>
            </a:endParaRPr>
          </a:p>
        </p:txBody>
      </p:sp>
      <p:sp>
        <p:nvSpPr>
          <p:cNvPr id="10" name="Oval 9">
            <a:extLst>
              <a:ext uri="{FF2B5EF4-FFF2-40B4-BE49-F238E27FC236}">
                <a16:creationId xmlns:a16="http://schemas.microsoft.com/office/drawing/2014/main" id="{E0E4A1E7-C21B-4B7C-91E7-68F50A1BA72A}"/>
              </a:ext>
            </a:extLst>
          </p:cNvPr>
          <p:cNvSpPr/>
          <p:nvPr/>
        </p:nvSpPr>
        <p:spPr>
          <a:xfrm>
            <a:off x="409951" y="811969"/>
            <a:ext cx="4130841" cy="1985210"/>
          </a:xfrm>
          <a:prstGeom prst="ellipse">
            <a:avLst/>
          </a:prstGeom>
          <a:ln w="22225" cmpd="sng">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3" name="TextBox 2">
            <a:extLst>
              <a:ext uri="{FF2B5EF4-FFF2-40B4-BE49-F238E27FC236}">
                <a16:creationId xmlns:a16="http://schemas.microsoft.com/office/drawing/2014/main" id="{52F5355E-B40D-470E-89BB-707C1CE09BAB}"/>
              </a:ext>
            </a:extLst>
          </p:cNvPr>
          <p:cNvSpPr txBox="1"/>
          <p:nvPr/>
        </p:nvSpPr>
        <p:spPr>
          <a:xfrm>
            <a:off x="1276224" y="889470"/>
            <a:ext cx="2398294" cy="69249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ctr"/>
            <a:r>
              <a:rPr lang="en-US" sz="1350" b="1" dirty="0">
                <a:solidFill>
                  <a:srgbClr val="FF0000"/>
                </a:solidFill>
                <a:ea typeface="+mn-lt"/>
                <a:cs typeface="+mn-lt"/>
              </a:rPr>
              <a:t>Customer Management Context</a:t>
            </a:r>
            <a:endParaRPr lang="en-US" sz="1350" b="1" dirty="0">
              <a:solidFill>
                <a:srgbClr val="FF0000"/>
              </a:solidFill>
              <a:cs typeface="Calibri"/>
            </a:endParaRPr>
          </a:p>
          <a:p>
            <a:pPr algn="ctr"/>
            <a:endParaRPr lang="en-US" sz="1350" b="1" dirty="0">
              <a:solidFill>
                <a:srgbClr val="FF0000"/>
              </a:solidFill>
              <a:cs typeface="Calibri"/>
            </a:endParaRPr>
          </a:p>
        </p:txBody>
      </p:sp>
      <p:sp>
        <p:nvSpPr>
          <p:cNvPr id="17" name="Rectangle 16">
            <a:extLst>
              <a:ext uri="{FF2B5EF4-FFF2-40B4-BE49-F238E27FC236}">
                <a16:creationId xmlns:a16="http://schemas.microsoft.com/office/drawing/2014/main" id="{88908CD2-B8B9-4A51-94ED-04D6506FB11C}"/>
              </a:ext>
            </a:extLst>
          </p:cNvPr>
          <p:cNvSpPr/>
          <p:nvPr/>
        </p:nvSpPr>
        <p:spPr>
          <a:xfrm>
            <a:off x="727679" y="1581967"/>
            <a:ext cx="1223210" cy="26068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Customer</a:t>
            </a:r>
          </a:p>
        </p:txBody>
      </p:sp>
      <p:sp>
        <p:nvSpPr>
          <p:cNvPr id="19" name="Rectangle 18">
            <a:extLst>
              <a:ext uri="{FF2B5EF4-FFF2-40B4-BE49-F238E27FC236}">
                <a16:creationId xmlns:a16="http://schemas.microsoft.com/office/drawing/2014/main" id="{AA09199C-C078-48AD-98E9-4AAE0CF54106}"/>
              </a:ext>
            </a:extLst>
          </p:cNvPr>
          <p:cNvSpPr/>
          <p:nvPr/>
        </p:nvSpPr>
        <p:spPr>
          <a:xfrm>
            <a:off x="2244766" y="1441869"/>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Ordered History</a:t>
            </a:r>
          </a:p>
        </p:txBody>
      </p:sp>
      <p:sp>
        <p:nvSpPr>
          <p:cNvPr id="20" name="Rectangle 19">
            <a:extLst>
              <a:ext uri="{FF2B5EF4-FFF2-40B4-BE49-F238E27FC236}">
                <a16:creationId xmlns:a16="http://schemas.microsoft.com/office/drawing/2014/main" id="{9919F874-2A95-43BC-AC0C-C4420DEA3BD0}"/>
              </a:ext>
            </a:extLst>
          </p:cNvPr>
          <p:cNvSpPr/>
          <p:nvPr/>
        </p:nvSpPr>
        <p:spPr>
          <a:xfrm>
            <a:off x="740819" y="1933425"/>
            <a:ext cx="1503947" cy="220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Wishlist Products</a:t>
            </a:r>
          </a:p>
        </p:txBody>
      </p:sp>
      <p:sp>
        <p:nvSpPr>
          <p:cNvPr id="21" name="Rectangle 20">
            <a:extLst>
              <a:ext uri="{FF2B5EF4-FFF2-40B4-BE49-F238E27FC236}">
                <a16:creationId xmlns:a16="http://schemas.microsoft.com/office/drawing/2014/main" id="{ED00CA8F-5B12-452A-ACE8-F6DDE58B37C3}"/>
              </a:ext>
            </a:extLst>
          </p:cNvPr>
          <p:cNvSpPr/>
          <p:nvPr/>
        </p:nvSpPr>
        <p:spPr>
          <a:xfrm>
            <a:off x="2336893" y="1933425"/>
            <a:ext cx="1423736" cy="2205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a:cs typeface="Calibri"/>
              </a:rPr>
              <a:t>Address</a:t>
            </a:r>
          </a:p>
        </p:txBody>
      </p:sp>
      <p:sp>
        <p:nvSpPr>
          <p:cNvPr id="22" name="Rectangle 21">
            <a:extLst>
              <a:ext uri="{FF2B5EF4-FFF2-40B4-BE49-F238E27FC236}">
                <a16:creationId xmlns:a16="http://schemas.microsoft.com/office/drawing/2014/main" id="{ED00CA8F-5B12-452A-ACE8-F6DDE58B37C3}"/>
              </a:ext>
            </a:extLst>
          </p:cNvPr>
          <p:cNvSpPr/>
          <p:nvPr/>
        </p:nvSpPr>
        <p:spPr>
          <a:xfrm>
            <a:off x="1674741" y="2241479"/>
            <a:ext cx="1601259" cy="40991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Payment Options</a:t>
            </a:r>
          </a:p>
        </p:txBody>
      </p:sp>
      <p:sp>
        <p:nvSpPr>
          <p:cNvPr id="11" name="Oval 10">
            <a:extLst>
              <a:ext uri="{FF2B5EF4-FFF2-40B4-BE49-F238E27FC236}">
                <a16:creationId xmlns:a16="http://schemas.microsoft.com/office/drawing/2014/main" id="{E0E4A1E7-C21B-4B7C-91E7-68F50A1BA72A}"/>
              </a:ext>
            </a:extLst>
          </p:cNvPr>
          <p:cNvSpPr/>
          <p:nvPr/>
        </p:nvSpPr>
        <p:spPr>
          <a:xfrm>
            <a:off x="4724434" y="785699"/>
            <a:ext cx="4130841" cy="1985210"/>
          </a:xfrm>
          <a:prstGeom prst="ellipse">
            <a:avLst/>
          </a:prstGeom>
          <a:ln w="22225" cmpd="sng">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2" name="Oval 11">
            <a:extLst>
              <a:ext uri="{FF2B5EF4-FFF2-40B4-BE49-F238E27FC236}">
                <a16:creationId xmlns:a16="http://schemas.microsoft.com/office/drawing/2014/main" id="{E0E4A1E7-C21B-4B7C-91E7-68F50A1BA72A}"/>
              </a:ext>
            </a:extLst>
          </p:cNvPr>
          <p:cNvSpPr/>
          <p:nvPr/>
        </p:nvSpPr>
        <p:spPr>
          <a:xfrm>
            <a:off x="425716" y="2877246"/>
            <a:ext cx="4130841" cy="1985210"/>
          </a:xfrm>
          <a:prstGeom prst="ellipse">
            <a:avLst/>
          </a:prstGeom>
          <a:ln w="22225" cmpd="sng">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15" name="Rectangle 14">
            <a:extLst>
              <a:ext uri="{FF2B5EF4-FFF2-40B4-BE49-F238E27FC236}">
                <a16:creationId xmlns:a16="http://schemas.microsoft.com/office/drawing/2014/main" id="{AA09199C-C078-48AD-98E9-4AAE0CF54106}"/>
              </a:ext>
            </a:extLst>
          </p:cNvPr>
          <p:cNvSpPr/>
          <p:nvPr/>
        </p:nvSpPr>
        <p:spPr>
          <a:xfrm>
            <a:off x="5108826" y="1384069"/>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Product</a:t>
            </a:r>
          </a:p>
        </p:txBody>
      </p:sp>
      <p:sp>
        <p:nvSpPr>
          <p:cNvPr id="4" name="Rectangle 3"/>
          <p:cNvSpPr/>
          <p:nvPr/>
        </p:nvSpPr>
        <p:spPr>
          <a:xfrm>
            <a:off x="5478185" y="1013327"/>
            <a:ext cx="2791149" cy="300082"/>
          </a:xfrm>
          <a:prstGeom prst="rect">
            <a:avLst/>
          </a:prstGeom>
        </p:spPr>
        <p:txBody>
          <a:bodyPr wrap="square">
            <a:spAutoFit/>
          </a:bodyPr>
          <a:lstStyle/>
          <a:p>
            <a:pPr lvl="0" algn="ctr"/>
            <a:r>
              <a:rPr lang="en-US" sz="1350" b="1" dirty="0">
                <a:solidFill>
                  <a:srgbClr val="FF0000"/>
                </a:solidFill>
                <a:ea typeface="+mn-lt"/>
                <a:cs typeface="Arial"/>
              </a:rPr>
              <a:t>Store</a:t>
            </a:r>
            <a:endParaRPr lang="en-US" sz="1350" b="1" dirty="0">
              <a:solidFill>
                <a:srgbClr val="FF0000"/>
              </a:solidFill>
              <a:cs typeface="Calibri"/>
            </a:endParaRPr>
          </a:p>
        </p:txBody>
      </p:sp>
      <p:sp>
        <p:nvSpPr>
          <p:cNvPr id="5" name="Rectangle 4"/>
          <p:cNvSpPr/>
          <p:nvPr/>
        </p:nvSpPr>
        <p:spPr>
          <a:xfrm>
            <a:off x="1250723" y="3112301"/>
            <a:ext cx="2665525" cy="300082"/>
          </a:xfrm>
          <a:prstGeom prst="rect">
            <a:avLst/>
          </a:prstGeom>
        </p:spPr>
        <p:txBody>
          <a:bodyPr wrap="square">
            <a:spAutoFit/>
          </a:bodyPr>
          <a:lstStyle/>
          <a:p>
            <a:pPr algn="ctr"/>
            <a:r>
              <a:rPr lang="en-US" sz="1350" b="1" dirty="0">
                <a:solidFill>
                  <a:srgbClr val="FF0000"/>
                </a:solidFill>
                <a:ea typeface="+mn-lt"/>
                <a:cs typeface="+mn-lt"/>
              </a:rPr>
              <a:t>Pricing</a:t>
            </a:r>
            <a:endParaRPr lang="en-US" sz="1350" b="1" dirty="0">
              <a:solidFill>
                <a:srgbClr val="FF0000"/>
              </a:solidFill>
              <a:cs typeface="Calibri"/>
            </a:endParaRPr>
          </a:p>
        </p:txBody>
      </p:sp>
      <p:sp>
        <p:nvSpPr>
          <p:cNvPr id="18" name="Oval 17">
            <a:extLst>
              <a:ext uri="{FF2B5EF4-FFF2-40B4-BE49-F238E27FC236}">
                <a16:creationId xmlns:a16="http://schemas.microsoft.com/office/drawing/2014/main" id="{E0E4A1E7-C21B-4B7C-91E7-68F50A1BA72A}"/>
              </a:ext>
            </a:extLst>
          </p:cNvPr>
          <p:cNvSpPr/>
          <p:nvPr/>
        </p:nvSpPr>
        <p:spPr>
          <a:xfrm>
            <a:off x="4908368" y="2924546"/>
            <a:ext cx="4130841" cy="1985210"/>
          </a:xfrm>
          <a:prstGeom prst="ellipse">
            <a:avLst/>
          </a:prstGeom>
          <a:ln w="22225" cmpd="sng">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sp>
        <p:nvSpPr>
          <p:cNvPr id="24" name="Rectangle 23"/>
          <p:cNvSpPr/>
          <p:nvPr/>
        </p:nvSpPr>
        <p:spPr>
          <a:xfrm>
            <a:off x="5680826" y="3264701"/>
            <a:ext cx="2665525" cy="300082"/>
          </a:xfrm>
          <a:prstGeom prst="rect">
            <a:avLst/>
          </a:prstGeom>
        </p:spPr>
        <p:txBody>
          <a:bodyPr wrap="square">
            <a:spAutoFit/>
          </a:bodyPr>
          <a:lstStyle/>
          <a:p>
            <a:pPr algn="ctr"/>
            <a:r>
              <a:rPr lang="en-US" sz="1350" b="1" dirty="0">
                <a:solidFill>
                  <a:srgbClr val="FF0000"/>
                </a:solidFill>
                <a:ea typeface="+mn-lt"/>
                <a:cs typeface="+mn-lt"/>
              </a:rPr>
              <a:t>Promotion</a:t>
            </a:r>
            <a:endParaRPr lang="en-US" sz="1350" b="1" dirty="0">
              <a:solidFill>
                <a:srgbClr val="FF0000"/>
              </a:solidFill>
              <a:cs typeface="Calibri"/>
            </a:endParaRPr>
          </a:p>
        </p:txBody>
      </p:sp>
      <p:sp>
        <p:nvSpPr>
          <p:cNvPr id="27" name="Rectangle 26">
            <a:extLst>
              <a:ext uri="{FF2B5EF4-FFF2-40B4-BE49-F238E27FC236}">
                <a16:creationId xmlns:a16="http://schemas.microsoft.com/office/drawing/2014/main" id="{AA09199C-C078-48AD-98E9-4AAE0CF54106}"/>
              </a:ext>
            </a:extLst>
          </p:cNvPr>
          <p:cNvSpPr/>
          <p:nvPr/>
        </p:nvSpPr>
        <p:spPr>
          <a:xfrm>
            <a:off x="5273991" y="3709094"/>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t>Product</a:t>
            </a:r>
            <a:endParaRPr lang="en-US" sz="1350" dirty="0">
              <a:cs typeface="Calibri"/>
            </a:endParaRPr>
          </a:p>
        </p:txBody>
      </p:sp>
      <p:sp>
        <p:nvSpPr>
          <p:cNvPr id="28" name="Rectangle 27">
            <a:extLst>
              <a:ext uri="{FF2B5EF4-FFF2-40B4-BE49-F238E27FC236}">
                <a16:creationId xmlns:a16="http://schemas.microsoft.com/office/drawing/2014/main" id="{AA09199C-C078-48AD-98E9-4AAE0CF54106}"/>
              </a:ext>
            </a:extLst>
          </p:cNvPr>
          <p:cNvSpPr/>
          <p:nvPr/>
        </p:nvSpPr>
        <p:spPr>
          <a:xfrm>
            <a:off x="7174106" y="3670068"/>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Store</a:t>
            </a:r>
          </a:p>
        </p:txBody>
      </p:sp>
      <p:sp>
        <p:nvSpPr>
          <p:cNvPr id="30" name="Rectangle 29">
            <a:extLst>
              <a:ext uri="{FF2B5EF4-FFF2-40B4-BE49-F238E27FC236}">
                <a16:creationId xmlns:a16="http://schemas.microsoft.com/office/drawing/2014/main" id="{AA09199C-C078-48AD-98E9-4AAE0CF54106}"/>
              </a:ext>
            </a:extLst>
          </p:cNvPr>
          <p:cNvSpPr/>
          <p:nvPr/>
        </p:nvSpPr>
        <p:spPr>
          <a:xfrm>
            <a:off x="794340" y="3670068"/>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Product</a:t>
            </a:r>
          </a:p>
        </p:txBody>
      </p:sp>
      <p:sp>
        <p:nvSpPr>
          <p:cNvPr id="31" name="Rectangle 30">
            <a:extLst>
              <a:ext uri="{FF2B5EF4-FFF2-40B4-BE49-F238E27FC236}">
                <a16:creationId xmlns:a16="http://schemas.microsoft.com/office/drawing/2014/main" id="{AA09199C-C078-48AD-98E9-4AAE0CF54106}"/>
              </a:ext>
            </a:extLst>
          </p:cNvPr>
          <p:cNvSpPr/>
          <p:nvPr/>
        </p:nvSpPr>
        <p:spPr>
          <a:xfrm>
            <a:off x="2528543" y="3659558"/>
            <a:ext cx="1515863"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Promotions</a:t>
            </a:r>
          </a:p>
        </p:txBody>
      </p:sp>
      <p:sp>
        <p:nvSpPr>
          <p:cNvPr id="33" name="Rectangle 32">
            <a:extLst>
              <a:ext uri="{FF2B5EF4-FFF2-40B4-BE49-F238E27FC236}">
                <a16:creationId xmlns:a16="http://schemas.microsoft.com/office/drawing/2014/main" id="{AA09199C-C078-48AD-98E9-4AAE0CF54106}"/>
              </a:ext>
            </a:extLst>
          </p:cNvPr>
          <p:cNvSpPr/>
          <p:nvPr/>
        </p:nvSpPr>
        <p:spPr>
          <a:xfrm>
            <a:off x="6086287" y="2039006"/>
            <a:ext cx="1515863" cy="3861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Inventory</a:t>
            </a:r>
          </a:p>
        </p:txBody>
      </p:sp>
      <p:sp>
        <p:nvSpPr>
          <p:cNvPr id="34" name="Rectangle 33">
            <a:extLst>
              <a:ext uri="{FF2B5EF4-FFF2-40B4-BE49-F238E27FC236}">
                <a16:creationId xmlns:a16="http://schemas.microsoft.com/office/drawing/2014/main" id="{AA09199C-C078-48AD-98E9-4AAE0CF54106}"/>
              </a:ext>
            </a:extLst>
          </p:cNvPr>
          <p:cNvSpPr/>
          <p:nvPr/>
        </p:nvSpPr>
        <p:spPr>
          <a:xfrm>
            <a:off x="6843030" y="1436616"/>
            <a:ext cx="1812238" cy="3894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350" dirty="0">
                <a:cs typeface="Calibri"/>
              </a:rPr>
              <a:t>Channel Availability</a:t>
            </a:r>
          </a:p>
        </p:txBody>
      </p:sp>
    </p:spTree>
    <p:extLst>
      <p:ext uri="{BB962C8B-B14F-4D97-AF65-F5344CB8AC3E}">
        <p14:creationId xmlns:p14="http://schemas.microsoft.com/office/powerpoint/2010/main" val="1262083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D04967-0405-42BC-8513-4D0062A2F9D8}"/>
              </a:ext>
            </a:extLst>
          </p:cNvPr>
          <p:cNvSpPr>
            <a:spLocks noGrp="1"/>
          </p:cNvSpPr>
          <p:nvPr>
            <p:ph type="title"/>
          </p:nvPr>
        </p:nvSpPr>
        <p:spPr>
          <a:xfrm>
            <a:off x="135230" y="41172"/>
            <a:ext cx="7886700" cy="643251"/>
          </a:xfrm>
        </p:spPr>
        <p:txBody>
          <a:bodyPr>
            <a:normAutofit/>
          </a:bodyPr>
          <a:lstStyle/>
          <a:p>
            <a:r>
              <a:rPr lang="en-US" sz="1950">
                <a:solidFill>
                  <a:srgbClr val="002060"/>
                </a:solidFill>
                <a:latin typeface="Arial"/>
                <a:cs typeface="Calibri Light"/>
              </a:rPr>
              <a:t>Context Mapping</a:t>
            </a:r>
            <a:endParaRPr lang="en-US" sz="1500">
              <a:solidFill>
                <a:srgbClr val="002060"/>
              </a:solidFill>
              <a:latin typeface="Arial"/>
              <a:cs typeface="Calibri Light"/>
            </a:endParaRPr>
          </a:p>
        </p:txBody>
      </p:sp>
      <p:sp>
        <p:nvSpPr>
          <p:cNvPr id="5" name="Oval 4"/>
          <p:cNvSpPr/>
          <p:nvPr/>
        </p:nvSpPr>
        <p:spPr>
          <a:xfrm>
            <a:off x="82128" y="3127473"/>
            <a:ext cx="1521311" cy="74982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cs typeface="Calibri"/>
              </a:rPr>
              <a:t>Order Management</a:t>
            </a:r>
          </a:p>
        </p:txBody>
      </p:sp>
      <p:sp>
        <p:nvSpPr>
          <p:cNvPr id="6" name="Oval 5"/>
          <p:cNvSpPr/>
          <p:nvPr/>
        </p:nvSpPr>
        <p:spPr>
          <a:xfrm>
            <a:off x="2912363" y="3123230"/>
            <a:ext cx="1131570"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Promotion</a:t>
            </a:r>
            <a:endParaRPr lang="en-IN" sz="1350" dirty="0"/>
          </a:p>
        </p:txBody>
      </p:sp>
      <p:sp>
        <p:nvSpPr>
          <p:cNvPr id="7" name="TextBox 6"/>
          <p:cNvSpPr txBox="1"/>
          <p:nvPr/>
        </p:nvSpPr>
        <p:spPr>
          <a:xfrm>
            <a:off x="1232984" y="3684247"/>
            <a:ext cx="288036" cy="300082"/>
          </a:xfrm>
          <a:prstGeom prst="rect">
            <a:avLst/>
          </a:prstGeom>
          <a:noFill/>
        </p:spPr>
        <p:txBody>
          <a:bodyPr wrap="square" rtlCol="0">
            <a:spAutoFit/>
          </a:bodyPr>
          <a:lstStyle/>
          <a:p>
            <a:r>
              <a:rPr lang="en-US" sz="1350"/>
              <a:t>D</a:t>
            </a:r>
            <a:endParaRPr lang="en-IN" sz="1350"/>
          </a:p>
        </p:txBody>
      </p:sp>
      <p:sp>
        <p:nvSpPr>
          <p:cNvPr id="8" name="TextBox 7"/>
          <p:cNvSpPr txBox="1"/>
          <p:nvPr/>
        </p:nvSpPr>
        <p:spPr>
          <a:xfrm>
            <a:off x="2843783" y="3684247"/>
            <a:ext cx="288036" cy="300082"/>
          </a:xfrm>
          <a:prstGeom prst="rect">
            <a:avLst/>
          </a:prstGeom>
          <a:noFill/>
        </p:spPr>
        <p:txBody>
          <a:bodyPr wrap="square" rtlCol="0">
            <a:spAutoFit/>
          </a:bodyPr>
          <a:lstStyle/>
          <a:p>
            <a:r>
              <a:rPr lang="en-US" sz="1350"/>
              <a:t>U</a:t>
            </a:r>
            <a:endParaRPr lang="en-IN" sz="1350"/>
          </a:p>
        </p:txBody>
      </p:sp>
      <p:sp>
        <p:nvSpPr>
          <p:cNvPr id="9" name="Rectangle 8"/>
          <p:cNvSpPr/>
          <p:nvPr/>
        </p:nvSpPr>
        <p:spPr>
          <a:xfrm>
            <a:off x="1517052" y="3329682"/>
            <a:ext cx="293717" cy="308610"/>
          </a:xfrm>
          <a:prstGeom prst="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a:t>ACL</a:t>
            </a:r>
            <a:endParaRPr lang="en-IN" sz="600"/>
          </a:p>
        </p:txBody>
      </p:sp>
      <p:cxnSp>
        <p:nvCxnSpPr>
          <p:cNvPr id="11" name="Straight Connector 10"/>
          <p:cNvCxnSpPr>
            <a:cxnSpLocks/>
          </p:cNvCxnSpPr>
          <p:nvPr/>
        </p:nvCxnSpPr>
        <p:spPr>
          <a:xfrm>
            <a:off x="1521021" y="3472988"/>
            <a:ext cx="145741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1398" y="4055286"/>
            <a:ext cx="3872536" cy="369332"/>
          </a:xfrm>
          <a:prstGeom prst="rect">
            <a:avLst/>
          </a:prstGeom>
          <a:noFill/>
        </p:spPr>
        <p:txBody>
          <a:bodyPr wrap="square" rtlCol="0" anchor="t">
            <a:spAutoFit/>
          </a:bodyPr>
          <a:lstStyle/>
          <a:p>
            <a:pPr algn="ctr"/>
            <a:r>
              <a:rPr lang="en-US" sz="900" dirty="0">
                <a:ea typeface="+mn-lt"/>
                <a:cs typeface="+mn-lt"/>
              </a:rPr>
              <a:t>Order Management  calls</a:t>
            </a:r>
            <a:r>
              <a:rPr lang="en-US" sz="900" dirty="0"/>
              <a:t> the payment Gateway Rest API for the payment processing</a:t>
            </a:r>
            <a:endParaRPr lang="en-IN" sz="900" dirty="0">
              <a:cs typeface="Calibri"/>
            </a:endParaRPr>
          </a:p>
        </p:txBody>
      </p:sp>
      <p:sp>
        <p:nvSpPr>
          <p:cNvPr id="15" name="Oval 14"/>
          <p:cNvSpPr/>
          <p:nvPr/>
        </p:nvSpPr>
        <p:spPr>
          <a:xfrm>
            <a:off x="7439155" y="3134013"/>
            <a:ext cx="1552641"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Order Management</a:t>
            </a:r>
            <a:endParaRPr lang="en-IN" sz="1350"/>
          </a:p>
        </p:txBody>
      </p:sp>
      <p:sp>
        <p:nvSpPr>
          <p:cNvPr id="16" name="TextBox 15"/>
          <p:cNvSpPr txBox="1"/>
          <p:nvPr/>
        </p:nvSpPr>
        <p:spPr>
          <a:xfrm>
            <a:off x="5835257" y="3684247"/>
            <a:ext cx="288036" cy="300082"/>
          </a:xfrm>
          <a:prstGeom prst="rect">
            <a:avLst/>
          </a:prstGeom>
          <a:noFill/>
        </p:spPr>
        <p:txBody>
          <a:bodyPr wrap="square" rtlCol="0" anchor="t">
            <a:spAutoFit/>
          </a:bodyPr>
          <a:lstStyle/>
          <a:p>
            <a:r>
              <a:rPr lang="en-US" sz="1350">
                <a:cs typeface="Calibri"/>
              </a:rPr>
              <a:t>U</a:t>
            </a:r>
          </a:p>
        </p:txBody>
      </p:sp>
      <p:sp>
        <p:nvSpPr>
          <p:cNvPr id="17" name="TextBox 16"/>
          <p:cNvSpPr txBox="1"/>
          <p:nvPr/>
        </p:nvSpPr>
        <p:spPr>
          <a:xfrm>
            <a:off x="7446056" y="3684247"/>
            <a:ext cx="288036" cy="300082"/>
          </a:xfrm>
          <a:prstGeom prst="rect">
            <a:avLst/>
          </a:prstGeom>
          <a:noFill/>
        </p:spPr>
        <p:txBody>
          <a:bodyPr wrap="square" rtlCol="0" anchor="t">
            <a:spAutoFit/>
          </a:bodyPr>
          <a:lstStyle/>
          <a:p>
            <a:r>
              <a:rPr lang="en-US" sz="1350">
                <a:cs typeface="Calibri"/>
              </a:rPr>
              <a:t>D</a:t>
            </a:r>
          </a:p>
        </p:txBody>
      </p:sp>
      <p:cxnSp>
        <p:nvCxnSpPr>
          <p:cNvPr id="19" name="Straight Connector 18"/>
          <p:cNvCxnSpPr>
            <a:cxnSpLocks/>
          </p:cNvCxnSpPr>
          <p:nvPr/>
        </p:nvCxnSpPr>
        <p:spPr>
          <a:xfrm>
            <a:off x="6047855" y="3472989"/>
            <a:ext cx="1398201" cy="35675"/>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194208" y="4055286"/>
            <a:ext cx="3451999" cy="230832"/>
          </a:xfrm>
          <a:prstGeom prst="rect">
            <a:avLst/>
          </a:prstGeom>
          <a:noFill/>
        </p:spPr>
        <p:txBody>
          <a:bodyPr wrap="square" rtlCol="0" anchor="t">
            <a:spAutoFit/>
          </a:bodyPr>
          <a:lstStyle/>
          <a:p>
            <a:pPr algn="ctr"/>
            <a:r>
              <a:rPr lang="en-US" sz="900">
                <a:ea typeface="+mn-lt"/>
                <a:cs typeface="+mn-lt"/>
              </a:rPr>
              <a:t>Cart</a:t>
            </a:r>
            <a:r>
              <a:rPr lang="en-US" sz="900"/>
              <a:t> updates Order Management based on domain event</a:t>
            </a:r>
            <a:endParaRPr lang="en-IN" sz="900">
              <a:cs typeface="Calibri"/>
            </a:endParaRPr>
          </a:p>
        </p:txBody>
      </p:sp>
      <p:sp>
        <p:nvSpPr>
          <p:cNvPr id="29" name="Oval 28"/>
          <p:cNvSpPr/>
          <p:nvPr/>
        </p:nvSpPr>
        <p:spPr>
          <a:xfrm>
            <a:off x="314012" y="1266199"/>
            <a:ext cx="1131570"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Search</a:t>
            </a:r>
            <a:endParaRPr lang="en-IN" sz="1350"/>
          </a:p>
        </p:txBody>
      </p:sp>
      <p:sp>
        <p:nvSpPr>
          <p:cNvPr id="30" name="Oval 29"/>
          <p:cNvSpPr/>
          <p:nvPr/>
        </p:nvSpPr>
        <p:spPr>
          <a:xfrm>
            <a:off x="2912363" y="1266199"/>
            <a:ext cx="1131570"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Product Catalog</a:t>
            </a:r>
            <a:endParaRPr lang="en-IN" sz="1350"/>
          </a:p>
        </p:txBody>
      </p:sp>
      <p:sp>
        <p:nvSpPr>
          <p:cNvPr id="31" name="TextBox 30"/>
          <p:cNvSpPr txBox="1"/>
          <p:nvPr/>
        </p:nvSpPr>
        <p:spPr>
          <a:xfrm>
            <a:off x="1232984" y="1827215"/>
            <a:ext cx="288036" cy="300082"/>
          </a:xfrm>
          <a:prstGeom prst="rect">
            <a:avLst/>
          </a:prstGeom>
          <a:noFill/>
        </p:spPr>
        <p:txBody>
          <a:bodyPr wrap="square" rtlCol="0">
            <a:spAutoFit/>
          </a:bodyPr>
          <a:lstStyle/>
          <a:p>
            <a:r>
              <a:rPr lang="en-US" sz="1350"/>
              <a:t>D</a:t>
            </a:r>
            <a:endParaRPr lang="en-IN" sz="1350"/>
          </a:p>
        </p:txBody>
      </p:sp>
      <p:sp>
        <p:nvSpPr>
          <p:cNvPr id="32" name="TextBox 31"/>
          <p:cNvSpPr txBox="1"/>
          <p:nvPr/>
        </p:nvSpPr>
        <p:spPr>
          <a:xfrm>
            <a:off x="2843783" y="1827215"/>
            <a:ext cx="288036" cy="300082"/>
          </a:xfrm>
          <a:prstGeom prst="rect">
            <a:avLst/>
          </a:prstGeom>
          <a:noFill/>
        </p:spPr>
        <p:txBody>
          <a:bodyPr wrap="square" rtlCol="0">
            <a:spAutoFit/>
          </a:bodyPr>
          <a:lstStyle/>
          <a:p>
            <a:r>
              <a:rPr lang="en-US" sz="1350"/>
              <a:t>U</a:t>
            </a:r>
            <a:endParaRPr lang="en-IN" sz="1350"/>
          </a:p>
        </p:txBody>
      </p:sp>
      <p:sp>
        <p:nvSpPr>
          <p:cNvPr id="33" name="Rectangle 32"/>
          <p:cNvSpPr/>
          <p:nvPr/>
        </p:nvSpPr>
        <p:spPr>
          <a:xfrm>
            <a:off x="2566763" y="1195242"/>
            <a:ext cx="498764" cy="544159"/>
          </a:xfrm>
          <a:prstGeom prst="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OHS/PL</a:t>
            </a:r>
            <a:endParaRPr lang="en-IN" sz="1000" dirty="0"/>
          </a:p>
        </p:txBody>
      </p:sp>
      <p:cxnSp>
        <p:nvCxnSpPr>
          <p:cNvPr id="34" name="Straight Connector 33"/>
          <p:cNvCxnSpPr>
            <a:stCxn id="29" idx="6"/>
          </p:cNvCxnSpPr>
          <p:nvPr/>
        </p:nvCxnSpPr>
        <p:spPr>
          <a:xfrm>
            <a:off x="1445582" y="1615957"/>
            <a:ext cx="1398201" cy="35675"/>
          </a:xfrm>
          <a:prstGeom prst="line">
            <a:avLst/>
          </a:prstGeom>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1586137" y="1333924"/>
            <a:ext cx="915509" cy="507831"/>
          </a:xfrm>
          <a:prstGeom prst="rect">
            <a:avLst/>
          </a:prstGeom>
          <a:noFill/>
        </p:spPr>
        <p:txBody>
          <a:bodyPr wrap="square" rtlCol="0">
            <a:spAutoFit/>
          </a:bodyPr>
          <a:lstStyle/>
          <a:p>
            <a:r>
              <a:rPr lang="en-US" sz="900"/>
              <a:t>RESTful API &amp; JSON Schema</a:t>
            </a:r>
            <a:endParaRPr lang="en-IN" sz="900"/>
          </a:p>
        </p:txBody>
      </p:sp>
      <p:sp>
        <p:nvSpPr>
          <p:cNvPr id="36" name="TextBox 35"/>
          <p:cNvSpPr txBox="1"/>
          <p:nvPr/>
        </p:nvSpPr>
        <p:spPr>
          <a:xfrm>
            <a:off x="591935" y="2198255"/>
            <a:ext cx="3451999" cy="230832"/>
          </a:xfrm>
          <a:prstGeom prst="rect">
            <a:avLst/>
          </a:prstGeom>
          <a:noFill/>
        </p:spPr>
        <p:txBody>
          <a:bodyPr wrap="square" rtlCol="0">
            <a:spAutoFit/>
          </a:bodyPr>
          <a:lstStyle/>
          <a:p>
            <a:r>
              <a:rPr lang="en-US" sz="900"/>
              <a:t>Search calls the Product Catalog Rest API for the Products </a:t>
            </a:r>
            <a:endParaRPr lang="en-IN" sz="900"/>
          </a:p>
        </p:txBody>
      </p:sp>
      <p:sp>
        <p:nvSpPr>
          <p:cNvPr id="45" name="Oval 44"/>
          <p:cNvSpPr/>
          <p:nvPr/>
        </p:nvSpPr>
        <p:spPr>
          <a:xfrm>
            <a:off x="4763123" y="1206971"/>
            <a:ext cx="1131570"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Search</a:t>
            </a:r>
            <a:endParaRPr lang="en-IN" sz="1350"/>
          </a:p>
        </p:txBody>
      </p:sp>
      <p:sp>
        <p:nvSpPr>
          <p:cNvPr id="46" name="Oval 45"/>
          <p:cNvSpPr/>
          <p:nvPr/>
        </p:nvSpPr>
        <p:spPr>
          <a:xfrm>
            <a:off x="7361474" y="1206971"/>
            <a:ext cx="1131570"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Cart</a:t>
            </a:r>
            <a:endParaRPr lang="en-IN" sz="1350"/>
          </a:p>
        </p:txBody>
      </p:sp>
      <p:sp>
        <p:nvSpPr>
          <p:cNvPr id="47" name="TextBox 46"/>
          <p:cNvSpPr txBox="1"/>
          <p:nvPr/>
        </p:nvSpPr>
        <p:spPr>
          <a:xfrm>
            <a:off x="5682095" y="1767987"/>
            <a:ext cx="288036" cy="300082"/>
          </a:xfrm>
          <a:prstGeom prst="rect">
            <a:avLst/>
          </a:prstGeom>
          <a:noFill/>
        </p:spPr>
        <p:txBody>
          <a:bodyPr wrap="square" rtlCol="0">
            <a:spAutoFit/>
          </a:bodyPr>
          <a:lstStyle/>
          <a:p>
            <a:r>
              <a:rPr lang="en-US" sz="1350"/>
              <a:t>D</a:t>
            </a:r>
            <a:endParaRPr lang="en-IN" sz="1350"/>
          </a:p>
        </p:txBody>
      </p:sp>
      <p:sp>
        <p:nvSpPr>
          <p:cNvPr id="48" name="TextBox 47"/>
          <p:cNvSpPr txBox="1"/>
          <p:nvPr/>
        </p:nvSpPr>
        <p:spPr>
          <a:xfrm>
            <a:off x="7292894" y="1767987"/>
            <a:ext cx="288036" cy="300082"/>
          </a:xfrm>
          <a:prstGeom prst="rect">
            <a:avLst/>
          </a:prstGeom>
          <a:noFill/>
        </p:spPr>
        <p:txBody>
          <a:bodyPr wrap="square" rtlCol="0">
            <a:spAutoFit/>
          </a:bodyPr>
          <a:lstStyle/>
          <a:p>
            <a:r>
              <a:rPr lang="en-US" sz="1350"/>
              <a:t>U</a:t>
            </a:r>
            <a:endParaRPr lang="en-IN" sz="1350"/>
          </a:p>
        </p:txBody>
      </p:sp>
      <p:sp>
        <p:nvSpPr>
          <p:cNvPr id="49" name="Rectangle 48"/>
          <p:cNvSpPr/>
          <p:nvPr/>
        </p:nvSpPr>
        <p:spPr>
          <a:xfrm>
            <a:off x="7026264" y="1165777"/>
            <a:ext cx="488374" cy="514396"/>
          </a:xfrm>
          <a:prstGeom prst="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t>OHS/PL</a:t>
            </a:r>
            <a:endParaRPr lang="en-IN" sz="1000" dirty="0"/>
          </a:p>
        </p:txBody>
      </p:sp>
      <p:cxnSp>
        <p:nvCxnSpPr>
          <p:cNvPr id="50" name="Straight Connector 49"/>
          <p:cNvCxnSpPr>
            <a:stCxn id="45" idx="6"/>
          </p:cNvCxnSpPr>
          <p:nvPr/>
        </p:nvCxnSpPr>
        <p:spPr>
          <a:xfrm>
            <a:off x="5894693" y="1556729"/>
            <a:ext cx="1398201" cy="35675"/>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6035248" y="1274696"/>
            <a:ext cx="915509" cy="507831"/>
          </a:xfrm>
          <a:prstGeom prst="rect">
            <a:avLst/>
          </a:prstGeom>
          <a:noFill/>
        </p:spPr>
        <p:txBody>
          <a:bodyPr wrap="square" rtlCol="0">
            <a:spAutoFit/>
          </a:bodyPr>
          <a:lstStyle/>
          <a:p>
            <a:r>
              <a:rPr lang="en-US" sz="900"/>
              <a:t>RESTful API &amp; JSON Schema</a:t>
            </a:r>
            <a:endParaRPr lang="en-IN" sz="900"/>
          </a:p>
        </p:txBody>
      </p:sp>
      <p:sp>
        <p:nvSpPr>
          <p:cNvPr id="52" name="TextBox 51"/>
          <p:cNvSpPr txBox="1"/>
          <p:nvPr/>
        </p:nvSpPr>
        <p:spPr>
          <a:xfrm>
            <a:off x="5041046" y="2139026"/>
            <a:ext cx="3451999" cy="230832"/>
          </a:xfrm>
          <a:prstGeom prst="rect">
            <a:avLst/>
          </a:prstGeom>
          <a:noFill/>
        </p:spPr>
        <p:txBody>
          <a:bodyPr wrap="square" rtlCol="0">
            <a:spAutoFit/>
          </a:bodyPr>
          <a:lstStyle/>
          <a:p>
            <a:r>
              <a:rPr lang="en-US" sz="900"/>
              <a:t>Search calls the Cart Rest API to add the products to the Cart</a:t>
            </a:r>
            <a:endParaRPr lang="en-IN" sz="900"/>
          </a:p>
        </p:txBody>
      </p:sp>
      <p:sp>
        <p:nvSpPr>
          <p:cNvPr id="38" name="Oval 37">
            <a:extLst>
              <a:ext uri="{FF2B5EF4-FFF2-40B4-BE49-F238E27FC236}">
                <a16:creationId xmlns:a16="http://schemas.microsoft.com/office/drawing/2014/main" id="{8D89A489-C236-46D3-BCF8-574DBA800977}"/>
              </a:ext>
            </a:extLst>
          </p:cNvPr>
          <p:cNvSpPr/>
          <p:nvPr/>
        </p:nvSpPr>
        <p:spPr>
          <a:xfrm>
            <a:off x="4804698" y="3132598"/>
            <a:ext cx="1336093" cy="6901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350"/>
              <a:t>Cart</a:t>
            </a:r>
            <a:endParaRPr lang="en-US" sz="1350">
              <a:cs typeface="Calibri"/>
            </a:endParaRPr>
          </a:p>
        </p:txBody>
      </p:sp>
      <p:sp>
        <p:nvSpPr>
          <p:cNvPr id="2" name="TextBox 1">
            <a:extLst>
              <a:ext uri="{FF2B5EF4-FFF2-40B4-BE49-F238E27FC236}">
                <a16:creationId xmlns:a16="http://schemas.microsoft.com/office/drawing/2014/main" id="{C2C60692-0171-4846-A0C0-1C31D272E41B}"/>
              </a:ext>
            </a:extLst>
          </p:cNvPr>
          <p:cNvSpPr txBox="1"/>
          <p:nvPr/>
        </p:nvSpPr>
        <p:spPr>
          <a:xfrm>
            <a:off x="4804913" y="2756140"/>
            <a:ext cx="2057400" cy="276999"/>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p>
            <a:pPr algn="l"/>
            <a:r>
              <a:rPr lang="en-US" sz="1350"/>
              <a:t>Customer-Supplier</a:t>
            </a:r>
          </a:p>
        </p:txBody>
      </p:sp>
      <p:sp>
        <p:nvSpPr>
          <p:cNvPr id="3" name="Rectangle 2">
            <a:extLst>
              <a:ext uri="{FF2B5EF4-FFF2-40B4-BE49-F238E27FC236}">
                <a16:creationId xmlns:a16="http://schemas.microsoft.com/office/drawing/2014/main" id="{596D3E77-4FF7-4950-84B5-23DF0BBF7FFF}"/>
              </a:ext>
            </a:extLst>
          </p:cNvPr>
          <p:cNvSpPr/>
          <p:nvPr/>
        </p:nvSpPr>
        <p:spPr>
          <a:xfrm>
            <a:off x="6037288" y="3381218"/>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7" name="Rectangle 36">
            <a:extLst>
              <a:ext uri="{FF2B5EF4-FFF2-40B4-BE49-F238E27FC236}">
                <a16:creationId xmlns:a16="http://schemas.microsoft.com/office/drawing/2014/main" id="{3483FF78-055F-47BA-B107-0E2EC6FCA204}"/>
              </a:ext>
            </a:extLst>
          </p:cNvPr>
          <p:cNvSpPr/>
          <p:nvPr/>
        </p:nvSpPr>
        <p:spPr>
          <a:xfrm>
            <a:off x="7358295" y="3428061"/>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9" name="Rectangle 38"/>
          <p:cNvSpPr/>
          <p:nvPr/>
        </p:nvSpPr>
        <p:spPr>
          <a:xfrm>
            <a:off x="2785565" y="3317534"/>
            <a:ext cx="293717" cy="308610"/>
          </a:xfrm>
          <a:prstGeom prst="rect">
            <a:avLst/>
          </a:prstGeom>
          <a:solidFill>
            <a:schemeClr val="accent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 dirty="0"/>
              <a:t>OHS/PL</a:t>
            </a:r>
            <a:endParaRPr lang="en-IN" sz="600" dirty="0"/>
          </a:p>
        </p:txBody>
      </p:sp>
    </p:spTree>
    <p:extLst>
      <p:ext uri="{BB962C8B-B14F-4D97-AF65-F5344CB8AC3E}">
        <p14:creationId xmlns:p14="http://schemas.microsoft.com/office/powerpoint/2010/main" val="2852013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9D04967-0405-42BC-8513-4D0062A2F9D8}"/>
              </a:ext>
            </a:extLst>
          </p:cNvPr>
          <p:cNvSpPr>
            <a:spLocks noGrp="1"/>
          </p:cNvSpPr>
          <p:nvPr>
            <p:ph type="title"/>
          </p:nvPr>
        </p:nvSpPr>
        <p:spPr>
          <a:xfrm>
            <a:off x="135230" y="41172"/>
            <a:ext cx="7886700" cy="643251"/>
          </a:xfrm>
        </p:spPr>
        <p:txBody>
          <a:bodyPr>
            <a:normAutofit/>
          </a:bodyPr>
          <a:lstStyle/>
          <a:p>
            <a:r>
              <a:rPr lang="en-US" sz="1950">
                <a:solidFill>
                  <a:srgbClr val="002060"/>
                </a:solidFill>
                <a:latin typeface="Arial"/>
                <a:cs typeface="Calibri Light"/>
              </a:rPr>
              <a:t>Context Mapping </a:t>
            </a:r>
            <a:r>
              <a:rPr lang="en-US" sz="1350" err="1">
                <a:solidFill>
                  <a:srgbClr val="002060"/>
                </a:solidFill>
                <a:latin typeface="Arial"/>
                <a:cs typeface="Calibri Light"/>
              </a:rPr>
              <a:t>contd</a:t>
            </a:r>
            <a:endParaRPr lang="en-US" sz="1350">
              <a:solidFill>
                <a:srgbClr val="002060"/>
              </a:solidFill>
              <a:latin typeface="Arial"/>
              <a:cs typeface="Calibri Light"/>
            </a:endParaRPr>
          </a:p>
        </p:txBody>
      </p:sp>
      <p:sp>
        <p:nvSpPr>
          <p:cNvPr id="5" name="Oval 4"/>
          <p:cNvSpPr/>
          <p:nvPr/>
        </p:nvSpPr>
        <p:spPr>
          <a:xfrm>
            <a:off x="70423" y="3095124"/>
            <a:ext cx="1543798"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Order Management</a:t>
            </a:r>
            <a:endParaRPr lang="en-IN" sz="1350"/>
          </a:p>
        </p:txBody>
      </p:sp>
      <p:sp>
        <p:nvSpPr>
          <p:cNvPr id="6" name="Oval 5"/>
          <p:cNvSpPr/>
          <p:nvPr/>
        </p:nvSpPr>
        <p:spPr>
          <a:xfrm>
            <a:off x="2912363" y="2997275"/>
            <a:ext cx="1466482" cy="8254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Shipping &amp; Delivery</a:t>
            </a:r>
            <a:endParaRPr lang="en-IN" sz="1350" dirty="0"/>
          </a:p>
        </p:txBody>
      </p:sp>
      <p:sp>
        <p:nvSpPr>
          <p:cNvPr id="7" name="TextBox 6"/>
          <p:cNvSpPr txBox="1"/>
          <p:nvPr/>
        </p:nvSpPr>
        <p:spPr>
          <a:xfrm>
            <a:off x="1232984" y="3684247"/>
            <a:ext cx="288036" cy="300082"/>
          </a:xfrm>
          <a:prstGeom prst="rect">
            <a:avLst/>
          </a:prstGeom>
          <a:noFill/>
        </p:spPr>
        <p:txBody>
          <a:bodyPr wrap="square" rtlCol="0" anchor="t">
            <a:spAutoFit/>
          </a:bodyPr>
          <a:lstStyle/>
          <a:p>
            <a:r>
              <a:rPr lang="en-US" sz="1350">
                <a:cs typeface="Calibri"/>
              </a:rPr>
              <a:t>U</a:t>
            </a:r>
          </a:p>
        </p:txBody>
      </p:sp>
      <p:sp>
        <p:nvSpPr>
          <p:cNvPr id="8" name="TextBox 7"/>
          <p:cNvSpPr txBox="1"/>
          <p:nvPr/>
        </p:nvSpPr>
        <p:spPr>
          <a:xfrm>
            <a:off x="2843783" y="3684247"/>
            <a:ext cx="288036" cy="300082"/>
          </a:xfrm>
          <a:prstGeom prst="rect">
            <a:avLst/>
          </a:prstGeom>
          <a:noFill/>
        </p:spPr>
        <p:txBody>
          <a:bodyPr wrap="square" rtlCol="0" anchor="t">
            <a:spAutoFit/>
          </a:bodyPr>
          <a:lstStyle/>
          <a:p>
            <a:r>
              <a:rPr lang="en-US" sz="1350">
                <a:cs typeface="Calibri"/>
              </a:rPr>
              <a:t>D</a:t>
            </a:r>
          </a:p>
        </p:txBody>
      </p:sp>
      <p:cxnSp>
        <p:nvCxnSpPr>
          <p:cNvPr id="11" name="Straight Connector 10"/>
          <p:cNvCxnSpPr>
            <a:cxnSpLocks/>
          </p:cNvCxnSpPr>
          <p:nvPr/>
        </p:nvCxnSpPr>
        <p:spPr>
          <a:xfrm>
            <a:off x="1604853" y="3472988"/>
            <a:ext cx="145741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71398" y="4055286"/>
            <a:ext cx="3872536" cy="369332"/>
          </a:xfrm>
          <a:prstGeom prst="rect">
            <a:avLst/>
          </a:prstGeom>
          <a:noFill/>
        </p:spPr>
        <p:txBody>
          <a:bodyPr wrap="square" rtlCol="0" anchor="t">
            <a:spAutoFit/>
          </a:bodyPr>
          <a:lstStyle/>
          <a:p>
            <a:pPr algn="ctr"/>
            <a:r>
              <a:rPr lang="en-US" sz="900">
                <a:ea typeface="+mn-lt"/>
                <a:cs typeface="+mn-lt"/>
              </a:rPr>
              <a:t>Order Management  updates Shipping &amp; Delivery based on domain events </a:t>
            </a:r>
            <a:endParaRPr lang="en-US" sz="900">
              <a:cs typeface="Calibri"/>
            </a:endParaRPr>
          </a:p>
        </p:txBody>
      </p:sp>
      <p:sp>
        <p:nvSpPr>
          <p:cNvPr id="29" name="Oval 28"/>
          <p:cNvSpPr/>
          <p:nvPr/>
        </p:nvSpPr>
        <p:spPr>
          <a:xfrm>
            <a:off x="130701" y="1276982"/>
            <a:ext cx="1595239" cy="6348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cs typeface="Calibri"/>
              </a:rPr>
              <a:t>Order Management</a:t>
            </a:r>
          </a:p>
        </p:txBody>
      </p:sp>
      <p:sp>
        <p:nvSpPr>
          <p:cNvPr id="30" name="Oval 29"/>
          <p:cNvSpPr/>
          <p:nvPr/>
        </p:nvSpPr>
        <p:spPr>
          <a:xfrm>
            <a:off x="2921732" y="1275567"/>
            <a:ext cx="1391688" cy="6901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Inventory</a:t>
            </a:r>
            <a:endParaRPr lang="en-US" sz="1350" dirty="0">
              <a:cs typeface="Calibri"/>
            </a:endParaRPr>
          </a:p>
        </p:txBody>
      </p:sp>
      <p:sp>
        <p:nvSpPr>
          <p:cNvPr id="31" name="TextBox 30"/>
          <p:cNvSpPr txBox="1"/>
          <p:nvPr/>
        </p:nvSpPr>
        <p:spPr>
          <a:xfrm>
            <a:off x="1232984" y="1827215"/>
            <a:ext cx="288036" cy="300082"/>
          </a:xfrm>
          <a:prstGeom prst="rect">
            <a:avLst/>
          </a:prstGeom>
          <a:noFill/>
        </p:spPr>
        <p:txBody>
          <a:bodyPr wrap="square" rtlCol="0" anchor="t">
            <a:spAutoFit/>
          </a:bodyPr>
          <a:lstStyle/>
          <a:p>
            <a:r>
              <a:rPr lang="en-US" sz="1350" dirty="0">
                <a:cs typeface="Calibri"/>
              </a:rPr>
              <a:t>D</a:t>
            </a:r>
          </a:p>
        </p:txBody>
      </p:sp>
      <p:sp>
        <p:nvSpPr>
          <p:cNvPr id="32" name="TextBox 31"/>
          <p:cNvSpPr txBox="1"/>
          <p:nvPr/>
        </p:nvSpPr>
        <p:spPr>
          <a:xfrm>
            <a:off x="2843783" y="1827215"/>
            <a:ext cx="288036" cy="300082"/>
          </a:xfrm>
          <a:prstGeom prst="rect">
            <a:avLst/>
          </a:prstGeom>
          <a:noFill/>
        </p:spPr>
        <p:txBody>
          <a:bodyPr wrap="square" rtlCol="0" anchor="t">
            <a:spAutoFit/>
          </a:bodyPr>
          <a:lstStyle/>
          <a:p>
            <a:r>
              <a:rPr lang="en-US" sz="1350" dirty="0">
                <a:cs typeface="Calibri"/>
              </a:rPr>
              <a:t>U</a:t>
            </a:r>
          </a:p>
        </p:txBody>
      </p:sp>
      <p:cxnSp>
        <p:nvCxnSpPr>
          <p:cNvPr id="34" name="Straight Connector 33"/>
          <p:cNvCxnSpPr>
            <a:stCxn id="29" idx="6"/>
          </p:cNvCxnSpPr>
          <p:nvPr/>
        </p:nvCxnSpPr>
        <p:spPr>
          <a:xfrm>
            <a:off x="1725940" y="1594392"/>
            <a:ext cx="1117844" cy="35675"/>
          </a:xfrm>
          <a:prstGeom prst="line">
            <a:avLst/>
          </a:prstGeom>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91935" y="2198255"/>
            <a:ext cx="3451999" cy="230832"/>
          </a:xfrm>
          <a:prstGeom prst="rect">
            <a:avLst/>
          </a:prstGeom>
          <a:noFill/>
        </p:spPr>
        <p:txBody>
          <a:bodyPr wrap="square" rtlCol="0" anchor="t">
            <a:spAutoFit/>
          </a:bodyPr>
          <a:lstStyle/>
          <a:p>
            <a:r>
              <a:rPr lang="en-US" sz="900" dirty="0"/>
              <a:t>Order Management  updates Inventory based on domain event</a:t>
            </a:r>
            <a:endParaRPr lang="en-IN" sz="900" dirty="0"/>
          </a:p>
        </p:txBody>
      </p:sp>
      <p:sp>
        <p:nvSpPr>
          <p:cNvPr id="45" name="Oval 44"/>
          <p:cNvSpPr/>
          <p:nvPr/>
        </p:nvSpPr>
        <p:spPr>
          <a:xfrm>
            <a:off x="4631960" y="1206971"/>
            <a:ext cx="1262734"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ea typeface="+mn-lt"/>
                <a:cs typeface="+mn-lt"/>
              </a:rPr>
              <a:t>Shipping &amp; Delivery</a:t>
            </a:r>
            <a:endParaRPr lang="en-US" sz="1350"/>
          </a:p>
        </p:txBody>
      </p:sp>
      <p:sp>
        <p:nvSpPr>
          <p:cNvPr id="46" name="Oval 45"/>
          <p:cNvSpPr/>
          <p:nvPr/>
        </p:nvSpPr>
        <p:spPr>
          <a:xfrm>
            <a:off x="7295893" y="1206971"/>
            <a:ext cx="1581274" cy="6995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ea typeface="+mn-lt"/>
                <a:cs typeface="+mn-lt"/>
              </a:rPr>
              <a:t>Order </a:t>
            </a:r>
          </a:p>
          <a:p>
            <a:pPr algn="ctr"/>
            <a:r>
              <a:rPr lang="en-US" sz="1350">
                <a:ea typeface="+mn-lt"/>
                <a:cs typeface="+mn-lt"/>
              </a:rPr>
              <a:t>Management</a:t>
            </a:r>
            <a:endParaRPr lang="en-US" sz="1350">
              <a:cs typeface="Calibri"/>
            </a:endParaRPr>
          </a:p>
        </p:txBody>
      </p:sp>
      <p:sp>
        <p:nvSpPr>
          <p:cNvPr id="47" name="TextBox 46"/>
          <p:cNvSpPr txBox="1"/>
          <p:nvPr/>
        </p:nvSpPr>
        <p:spPr>
          <a:xfrm>
            <a:off x="5682095" y="1767987"/>
            <a:ext cx="288036" cy="300082"/>
          </a:xfrm>
          <a:prstGeom prst="rect">
            <a:avLst/>
          </a:prstGeom>
          <a:noFill/>
        </p:spPr>
        <p:txBody>
          <a:bodyPr wrap="square" rtlCol="0" anchor="t">
            <a:spAutoFit/>
          </a:bodyPr>
          <a:lstStyle/>
          <a:p>
            <a:r>
              <a:rPr lang="en-US" sz="1350">
                <a:cs typeface="Calibri"/>
              </a:rPr>
              <a:t>U</a:t>
            </a:r>
          </a:p>
        </p:txBody>
      </p:sp>
      <p:sp>
        <p:nvSpPr>
          <p:cNvPr id="48" name="TextBox 47"/>
          <p:cNvSpPr txBox="1"/>
          <p:nvPr/>
        </p:nvSpPr>
        <p:spPr>
          <a:xfrm>
            <a:off x="7292894" y="1767987"/>
            <a:ext cx="288036" cy="300082"/>
          </a:xfrm>
          <a:prstGeom prst="rect">
            <a:avLst/>
          </a:prstGeom>
          <a:noFill/>
        </p:spPr>
        <p:txBody>
          <a:bodyPr wrap="square" rtlCol="0" anchor="t">
            <a:spAutoFit/>
          </a:bodyPr>
          <a:lstStyle/>
          <a:p>
            <a:r>
              <a:rPr lang="en-US" sz="1350">
                <a:cs typeface="Calibri"/>
              </a:rPr>
              <a:t>D</a:t>
            </a:r>
          </a:p>
        </p:txBody>
      </p:sp>
      <p:cxnSp>
        <p:nvCxnSpPr>
          <p:cNvPr id="50" name="Straight Connector 49"/>
          <p:cNvCxnSpPr>
            <a:stCxn id="45" idx="6"/>
          </p:cNvCxnSpPr>
          <p:nvPr/>
        </p:nvCxnSpPr>
        <p:spPr>
          <a:xfrm>
            <a:off x="5894693" y="1556729"/>
            <a:ext cx="1398201" cy="35675"/>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5041046" y="2139026"/>
            <a:ext cx="3451999" cy="369332"/>
          </a:xfrm>
          <a:prstGeom prst="rect">
            <a:avLst/>
          </a:prstGeom>
          <a:noFill/>
        </p:spPr>
        <p:txBody>
          <a:bodyPr wrap="square" rtlCol="0" anchor="t">
            <a:spAutoFit/>
          </a:bodyPr>
          <a:lstStyle/>
          <a:p>
            <a:r>
              <a:rPr lang="en-US" sz="900"/>
              <a:t>Shipping &amp; Delivery updates Order Management based on domain events about order status</a:t>
            </a:r>
            <a:endParaRPr lang="en-US" sz="1350"/>
          </a:p>
        </p:txBody>
      </p:sp>
      <p:sp>
        <p:nvSpPr>
          <p:cNvPr id="2" name="Rectangle 1">
            <a:extLst>
              <a:ext uri="{FF2B5EF4-FFF2-40B4-BE49-F238E27FC236}">
                <a16:creationId xmlns:a16="http://schemas.microsoft.com/office/drawing/2014/main" id="{83DC2A62-C427-481A-BA9B-69A19CC6B11B}"/>
              </a:ext>
            </a:extLst>
          </p:cNvPr>
          <p:cNvSpPr/>
          <p:nvPr/>
        </p:nvSpPr>
        <p:spPr>
          <a:xfrm>
            <a:off x="1662034" y="1535554"/>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Rectangle 2">
            <a:extLst>
              <a:ext uri="{FF2B5EF4-FFF2-40B4-BE49-F238E27FC236}">
                <a16:creationId xmlns:a16="http://schemas.microsoft.com/office/drawing/2014/main" id="{B51E36A8-51C3-487A-BE04-6C912BE5CB2A}"/>
              </a:ext>
            </a:extLst>
          </p:cNvPr>
          <p:cNvSpPr/>
          <p:nvPr/>
        </p:nvSpPr>
        <p:spPr>
          <a:xfrm>
            <a:off x="2861247" y="1591767"/>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9" name="Rectangle 38">
            <a:extLst>
              <a:ext uri="{FF2B5EF4-FFF2-40B4-BE49-F238E27FC236}">
                <a16:creationId xmlns:a16="http://schemas.microsoft.com/office/drawing/2014/main" id="{C7CA2E5B-FA38-4393-8E43-E7D232E135DE}"/>
              </a:ext>
            </a:extLst>
          </p:cNvPr>
          <p:cNvSpPr/>
          <p:nvPr/>
        </p:nvSpPr>
        <p:spPr>
          <a:xfrm>
            <a:off x="1540239" y="3409324"/>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0" name="Rectangle 39">
            <a:extLst>
              <a:ext uri="{FF2B5EF4-FFF2-40B4-BE49-F238E27FC236}">
                <a16:creationId xmlns:a16="http://schemas.microsoft.com/office/drawing/2014/main" id="{4F4182B4-1898-4A28-89EF-D167C9DB8E51}"/>
              </a:ext>
            </a:extLst>
          </p:cNvPr>
          <p:cNvSpPr/>
          <p:nvPr/>
        </p:nvSpPr>
        <p:spPr>
          <a:xfrm>
            <a:off x="2861247" y="3428062"/>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1" name="Rectangle 40">
            <a:extLst>
              <a:ext uri="{FF2B5EF4-FFF2-40B4-BE49-F238E27FC236}">
                <a16:creationId xmlns:a16="http://schemas.microsoft.com/office/drawing/2014/main" id="{C9264CAC-FA13-4552-9240-EBFBD646F251}"/>
              </a:ext>
            </a:extLst>
          </p:cNvPr>
          <p:cNvSpPr/>
          <p:nvPr/>
        </p:nvSpPr>
        <p:spPr>
          <a:xfrm>
            <a:off x="5840541" y="1488709"/>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2" name="Rectangle 41">
            <a:extLst>
              <a:ext uri="{FF2B5EF4-FFF2-40B4-BE49-F238E27FC236}">
                <a16:creationId xmlns:a16="http://schemas.microsoft.com/office/drawing/2014/main" id="{01628253-6BB4-458B-B02A-94D729E511D0}"/>
              </a:ext>
            </a:extLst>
          </p:cNvPr>
          <p:cNvSpPr/>
          <p:nvPr/>
        </p:nvSpPr>
        <p:spPr>
          <a:xfrm>
            <a:off x="7292714" y="1488709"/>
            <a:ext cx="121795" cy="168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087900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a:t>Domain Model -Aggregate</a:t>
            </a:r>
          </a:p>
        </p:txBody>
      </p:sp>
      <p:sp>
        <p:nvSpPr>
          <p:cNvPr id="3" name="Text Placeholder 2"/>
          <p:cNvSpPr>
            <a:spLocks noGrp="1"/>
          </p:cNvSpPr>
          <p:nvPr>
            <p:ph type="body" sz="quarter" idx="16"/>
          </p:nvPr>
        </p:nvSpPr>
        <p:spPr>
          <a:xfrm>
            <a:off x="457201" y="547437"/>
            <a:ext cx="8240713" cy="3828111"/>
          </a:xfrm>
        </p:spPr>
        <p:txBody>
          <a:bodyPr/>
          <a:lstStyle/>
          <a:p>
            <a:pPr marL="0" indent="0">
              <a:buNone/>
            </a:pPr>
            <a:r>
              <a:rPr lang="en-US" dirty="0"/>
              <a:t>  </a:t>
            </a:r>
          </a:p>
        </p:txBody>
      </p:sp>
      <p:sp>
        <p:nvSpPr>
          <p:cNvPr id="4" name="Oval 3"/>
          <p:cNvSpPr/>
          <p:nvPr/>
        </p:nvSpPr>
        <p:spPr>
          <a:xfrm>
            <a:off x="452248" y="598225"/>
            <a:ext cx="3447090"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p:cNvSpPr/>
          <p:nvPr/>
        </p:nvSpPr>
        <p:spPr>
          <a:xfrm>
            <a:off x="4787765" y="2869324"/>
            <a:ext cx="3010912"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373118" y="2895599"/>
            <a:ext cx="3305503"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4787764" y="441434"/>
            <a:ext cx="2858813" cy="2292155"/>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177159" y="830767"/>
            <a:ext cx="2054772"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sz="1600" dirty="0">
              <a:solidFill>
                <a:schemeClr val="tx1"/>
              </a:solidFill>
              <a:latin typeface="Calibri Light" panose="020F0302020204030204" pitchFamily="34" charset="0"/>
              <a:cs typeface="Calibri Light" panose="020F0302020204030204" pitchFamily="34" charset="0"/>
            </a:endParaRPr>
          </a:p>
          <a:p>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Product Description</a:t>
            </a:r>
          </a:p>
          <a:p>
            <a:pPr algn="ctr"/>
            <a:endParaRPr lang="en-US" dirty="0"/>
          </a:p>
        </p:txBody>
      </p:sp>
      <p:sp>
        <p:nvSpPr>
          <p:cNvPr id="10" name="Rectangle 9"/>
          <p:cNvSpPr/>
          <p:nvPr/>
        </p:nvSpPr>
        <p:spPr>
          <a:xfrm>
            <a:off x="1177159" y="830767"/>
            <a:ext cx="2054772" cy="409454"/>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Product (Aggregate)</a:t>
            </a:r>
          </a:p>
        </p:txBody>
      </p:sp>
      <p:sp>
        <p:nvSpPr>
          <p:cNvPr id="11" name="Rectangle 10"/>
          <p:cNvSpPr/>
          <p:nvPr/>
        </p:nvSpPr>
        <p:spPr>
          <a:xfrm>
            <a:off x="5415360" y="751939"/>
            <a:ext cx="1702676"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Order ID</a:t>
            </a: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CustomerID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Customer Name</a:t>
            </a:r>
          </a:p>
        </p:txBody>
      </p:sp>
      <p:sp>
        <p:nvSpPr>
          <p:cNvPr id="12" name="Rectangle 11"/>
          <p:cNvSpPr/>
          <p:nvPr/>
        </p:nvSpPr>
        <p:spPr>
          <a:xfrm>
            <a:off x="5415360" y="683172"/>
            <a:ext cx="1692165" cy="43662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tx1"/>
              </a:solidFill>
            </a:endParaRPr>
          </a:p>
          <a:p>
            <a:pPr algn="ctr"/>
            <a:r>
              <a:rPr lang="en-US" sz="1400" b="1" dirty="0">
                <a:solidFill>
                  <a:schemeClr val="tx1"/>
                </a:solidFill>
              </a:rPr>
              <a:t>Order (Aggregate)</a:t>
            </a:r>
          </a:p>
          <a:p>
            <a:pPr algn="ctr"/>
            <a:endParaRPr lang="en-US" dirty="0"/>
          </a:p>
        </p:txBody>
      </p:sp>
      <p:sp>
        <p:nvSpPr>
          <p:cNvPr id="13" name="Rectangle 12"/>
          <p:cNvSpPr/>
          <p:nvPr/>
        </p:nvSpPr>
        <p:spPr>
          <a:xfrm>
            <a:off x="995855" y="3127354"/>
            <a:ext cx="1947041"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dirty="0" err="1">
                <a:solidFill>
                  <a:schemeClr val="tx1"/>
                </a:solidFill>
                <a:latin typeface="Calibri Light" panose="020F0302020204030204" pitchFamily="34" charset="0"/>
                <a:cs typeface="Calibri Light" panose="020F0302020204030204" pitchFamily="34" charset="0"/>
              </a:rPr>
              <a:t>CustomerID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FirstName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LastName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E-</a:t>
            </a:r>
            <a:r>
              <a:rPr lang="en-IN" sz="1600" dirty="0" err="1">
                <a:solidFill>
                  <a:schemeClr val="tx1"/>
                </a:solidFill>
                <a:latin typeface="Calibri Light" panose="020F0302020204030204" pitchFamily="34" charset="0"/>
                <a:cs typeface="Calibri Light" panose="020F0302020204030204" pitchFamily="34" charset="0"/>
              </a:rPr>
              <a:t>MailPassword</a:t>
            </a:r>
            <a:endParaRPr lang="en-IN" sz="1600" dirty="0">
              <a:solidFill>
                <a:schemeClr val="tx1"/>
              </a:solidFill>
              <a:latin typeface="Calibri Light" panose="020F0302020204030204" pitchFamily="34" charset="0"/>
              <a:cs typeface="Calibri Light" panose="020F0302020204030204" pitchFamily="34" charset="0"/>
            </a:endParaRPr>
          </a:p>
          <a:p>
            <a:pPr algn="ctr"/>
            <a:endParaRPr lang="en-US" dirty="0"/>
          </a:p>
        </p:txBody>
      </p:sp>
      <p:sp>
        <p:nvSpPr>
          <p:cNvPr id="14" name="Rectangle 13"/>
          <p:cNvSpPr/>
          <p:nvPr/>
        </p:nvSpPr>
        <p:spPr>
          <a:xfrm>
            <a:off x="995856" y="3138313"/>
            <a:ext cx="1947040" cy="62438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Customer Management(Aggregate)</a:t>
            </a:r>
          </a:p>
        </p:txBody>
      </p:sp>
      <p:sp>
        <p:nvSpPr>
          <p:cNvPr id="15" name="Rectangle 14"/>
          <p:cNvSpPr/>
          <p:nvPr/>
        </p:nvSpPr>
        <p:spPr>
          <a:xfrm>
            <a:off x="5478518" y="3073826"/>
            <a:ext cx="1702676"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ID</a:t>
            </a:r>
          </a:p>
          <a:p>
            <a:pPr marL="285750" indent="-285750">
              <a:buFont typeface="Wingdings" panose="05000000000000000000" pitchFamily="2" charset="2"/>
              <a:buChar char="Ø"/>
            </a:pP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OrderID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Name</a:t>
            </a: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Address</a:t>
            </a:r>
          </a:p>
          <a:p>
            <a:pPr algn="ctr"/>
            <a:endParaRPr lang="en-US" dirty="0"/>
          </a:p>
        </p:txBody>
      </p:sp>
      <p:sp>
        <p:nvSpPr>
          <p:cNvPr id="16" name="Rectangle 15"/>
          <p:cNvSpPr/>
          <p:nvPr/>
        </p:nvSpPr>
        <p:spPr>
          <a:xfrm>
            <a:off x="5478518" y="3068705"/>
            <a:ext cx="1692165" cy="49611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Order Fulfillment </a:t>
            </a:r>
          </a:p>
          <a:p>
            <a:pPr algn="ctr"/>
            <a:r>
              <a:rPr lang="en-US" sz="1400" b="1" dirty="0">
                <a:solidFill>
                  <a:schemeClr val="tx1"/>
                </a:solidFill>
              </a:rPr>
              <a:t>(Aggregate)</a:t>
            </a:r>
          </a:p>
        </p:txBody>
      </p:sp>
    </p:spTree>
    <p:extLst>
      <p:ext uri="{BB962C8B-B14F-4D97-AF65-F5344CB8AC3E}">
        <p14:creationId xmlns:p14="http://schemas.microsoft.com/office/powerpoint/2010/main" val="441471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US" dirty="0"/>
              <a:t>Domain Model -Aggregate</a:t>
            </a:r>
          </a:p>
        </p:txBody>
      </p:sp>
      <p:sp>
        <p:nvSpPr>
          <p:cNvPr id="3" name="Text Placeholder 2"/>
          <p:cNvSpPr>
            <a:spLocks noGrp="1"/>
          </p:cNvSpPr>
          <p:nvPr>
            <p:ph type="body" sz="quarter" idx="16"/>
          </p:nvPr>
        </p:nvSpPr>
        <p:spPr>
          <a:xfrm>
            <a:off x="457201" y="547437"/>
            <a:ext cx="8240713" cy="3828111"/>
          </a:xfrm>
        </p:spPr>
        <p:txBody>
          <a:bodyPr/>
          <a:lstStyle/>
          <a:p>
            <a:pPr marL="0" indent="0">
              <a:buNone/>
            </a:pPr>
            <a:r>
              <a:rPr lang="en-US" dirty="0"/>
              <a:t>  </a:t>
            </a:r>
          </a:p>
        </p:txBody>
      </p:sp>
      <p:sp>
        <p:nvSpPr>
          <p:cNvPr id="4" name="Oval 3"/>
          <p:cNvSpPr/>
          <p:nvPr/>
        </p:nvSpPr>
        <p:spPr>
          <a:xfrm>
            <a:off x="452248" y="598225"/>
            <a:ext cx="3447090"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Oval 4"/>
          <p:cNvSpPr/>
          <p:nvPr/>
        </p:nvSpPr>
        <p:spPr>
          <a:xfrm>
            <a:off x="4529959" y="2869324"/>
            <a:ext cx="3268718"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373118" y="2895599"/>
            <a:ext cx="3305503" cy="2186152"/>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4787764" y="441434"/>
            <a:ext cx="3200098" cy="2292155"/>
          </a:xfrm>
          <a:prstGeom prst="ellipse">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177159" y="830767"/>
            <a:ext cx="2054772"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IN" sz="1600" dirty="0">
              <a:solidFill>
                <a:schemeClr val="tx1"/>
              </a:solidFill>
              <a:latin typeface="Calibri Light" panose="020F0302020204030204" pitchFamily="34" charset="0"/>
              <a:cs typeface="Calibri Light" panose="020F0302020204030204" pitchFamily="34" charset="0"/>
            </a:endParaRPr>
          </a:p>
          <a:p>
            <a:endParaRPr lang="en-IN" sz="1600" dirty="0">
              <a:solidFill>
                <a:schemeClr val="tx1"/>
              </a:solidFill>
              <a:latin typeface="Calibri Light" panose="020F0302020204030204" pitchFamily="34" charset="0"/>
              <a:cs typeface="Calibri Light" panose="020F0302020204030204" pitchFamily="34" charset="0"/>
            </a:endParaRPr>
          </a:p>
          <a:p>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ProductDescription</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ProductQuantity</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US" sz="1600" dirty="0" err="1">
                <a:solidFill>
                  <a:schemeClr val="tx1"/>
                </a:solidFill>
                <a:latin typeface="Calibri Light" panose="020F0302020204030204" pitchFamily="34" charset="0"/>
                <a:cs typeface="Calibri Light" panose="020F0302020204030204" pitchFamily="34" charset="0"/>
              </a:rPr>
              <a:t>ProductPrice</a:t>
            </a:r>
            <a:endParaRPr lang="en-IN" sz="1600" dirty="0">
              <a:solidFill>
                <a:schemeClr val="tx1"/>
              </a:solidFill>
              <a:latin typeface="Calibri Light" panose="020F0302020204030204" pitchFamily="34" charset="0"/>
              <a:cs typeface="Calibri Light" panose="020F0302020204030204" pitchFamily="34" charset="0"/>
            </a:endParaRPr>
          </a:p>
          <a:p>
            <a:pPr algn="ctr"/>
            <a:endParaRPr lang="en-US" dirty="0"/>
          </a:p>
        </p:txBody>
      </p:sp>
      <p:sp>
        <p:nvSpPr>
          <p:cNvPr id="10" name="Rectangle 9"/>
          <p:cNvSpPr/>
          <p:nvPr/>
        </p:nvSpPr>
        <p:spPr>
          <a:xfrm>
            <a:off x="1177159" y="830767"/>
            <a:ext cx="2054772" cy="356902"/>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Inventory (Aggregate)</a:t>
            </a:r>
          </a:p>
        </p:txBody>
      </p:sp>
      <p:sp>
        <p:nvSpPr>
          <p:cNvPr id="11" name="Rectangle 10"/>
          <p:cNvSpPr/>
          <p:nvPr/>
        </p:nvSpPr>
        <p:spPr>
          <a:xfrm>
            <a:off x="5415359" y="683173"/>
            <a:ext cx="1849917" cy="1823994"/>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US" sz="1600" dirty="0" err="1">
                <a:solidFill>
                  <a:schemeClr val="tx1"/>
                </a:solidFill>
                <a:latin typeface="Calibri Light" panose="020F0302020204030204" pitchFamily="34" charset="0"/>
                <a:cs typeface="Calibri Light" panose="020F0302020204030204" pitchFamily="34" charset="0"/>
              </a:rPr>
              <a:t>ProductPrice</a:t>
            </a:r>
            <a:endParaRPr lang="en-IN" sz="1600" dirty="0">
              <a:solidFill>
                <a:schemeClr val="tx1"/>
              </a:solidFill>
              <a:latin typeface="Calibri Light" panose="020F0302020204030204" pitchFamily="34" charset="0"/>
              <a:cs typeface="Calibri Light" panose="020F0302020204030204" pitchFamily="34" charset="0"/>
            </a:endParaRPr>
          </a:p>
        </p:txBody>
      </p:sp>
      <p:sp>
        <p:nvSpPr>
          <p:cNvPr id="12" name="Rectangle 11"/>
          <p:cNvSpPr/>
          <p:nvPr/>
        </p:nvSpPr>
        <p:spPr>
          <a:xfrm>
            <a:off x="5415360" y="683172"/>
            <a:ext cx="1849916" cy="43662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tx1"/>
              </a:solidFill>
            </a:endParaRPr>
          </a:p>
          <a:p>
            <a:pPr algn="ctr"/>
            <a:br>
              <a:rPr lang="en-US" sz="1400" b="1" dirty="0">
                <a:solidFill>
                  <a:schemeClr val="tx1"/>
                </a:solidFill>
              </a:rPr>
            </a:br>
            <a:r>
              <a:rPr lang="en-US" sz="1400" b="1" dirty="0">
                <a:solidFill>
                  <a:schemeClr val="tx1"/>
                </a:solidFill>
              </a:rPr>
              <a:t>Pricing (Aggregate)</a:t>
            </a:r>
          </a:p>
          <a:p>
            <a:pPr algn="ctr"/>
            <a:endParaRPr lang="en-US" dirty="0"/>
          </a:p>
        </p:txBody>
      </p:sp>
      <p:sp>
        <p:nvSpPr>
          <p:cNvPr id="13" name="Rectangle 12"/>
          <p:cNvSpPr/>
          <p:nvPr/>
        </p:nvSpPr>
        <p:spPr>
          <a:xfrm>
            <a:off x="995855" y="3127354"/>
            <a:ext cx="1947041"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dirty="0" err="1">
                <a:solidFill>
                  <a:schemeClr val="tx1"/>
                </a:solidFill>
                <a:latin typeface="Calibri Light" panose="020F0302020204030204" pitchFamily="34" charset="0"/>
                <a:cs typeface="Calibri Light" panose="020F0302020204030204" pitchFamily="34" charset="0"/>
              </a:rPr>
              <a:t>ProductName</a:t>
            </a:r>
            <a:endParaRPr lang="en-IN"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ProductOffer</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PromotionType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a:solidFill>
                  <a:schemeClr val="tx1"/>
                </a:solidFill>
                <a:latin typeface="Calibri Light" panose="020F0302020204030204" pitchFamily="34" charset="0"/>
                <a:cs typeface="Calibri Light" panose="020F0302020204030204" pitchFamily="34" charset="0"/>
              </a:rPr>
              <a:t>Coupons</a:t>
            </a:r>
          </a:p>
          <a:p>
            <a:endParaRPr lang="en-IN" sz="1600" dirty="0">
              <a:solidFill>
                <a:schemeClr val="tx1"/>
              </a:solidFill>
              <a:latin typeface="Calibri Light" panose="020F0302020204030204" pitchFamily="34" charset="0"/>
              <a:cs typeface="Calibri Light" panose="020F0302020204030204" pitchFamily="34" charset="0"/>
            </a:endParaRPr>
          </a:p>
          <a:p>
            <a:pPr algn="ctr"/>
            <a:endParaRPr lang="en-US" dirty="0"/>
          </a:p>
        </p:txBody>
      </p:sp>
      <p:sp>
        <p:nvSpPr>
          <p:cNvPr id="14" name="Rectangle 13"/>
          <p:cNvSpPr/>
          <p:nvPr/>
        </p:nvSpPr>
        <p:spPr>
          <a:xfrm>
            <a:off x="995856" y="3138313"/>
            <a:ext cx="1947040" cy="62438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Promotions (Aggregate)</a:t>
            </a:r>
          </a:p>
        </p:txBody>
      </p:sp>
      <p:sp>
        <p:nvSpPr>
          <p:cNvPr id="15" name="Rectangle 14"/>
          <p:cNvSpPr/>
          <p:nvPr/>
        </p:nvSpPr>
        <p:spPr>
          <a:xfrm>
            <a:off x="5307724" y="3073826"/>
            <a:ext cx="1873470" cy="1755227"/>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IN" sz="1600" dirty="0">
              <a:solidFill>
                <a:schemeClr val="tx1"/>
              </a:solidFill>
              <a:latin typeface="Calibri Light" panose="020F0302020204030204" pitchFamily="34" charset="0"/>
              <a:cs typeface="Calibri Light" panose="020F0302020204030204" pitchFamily="34" charset="0"/>
            </a:endParaRPr>
          </a:p>
          <a:p>
            <a:endParaRPr lang="en-IN" sz="1600" dirty="0">
              <a:solidFill>
                <a:schemeClr val="tx1"/>
              </a:solidFill>
              <a:latin typeface="Calibri Light" panose="020F0302020204030204" pitchFamily="34" charset="0"/>
              <a:cs typeface="Calibri Light" panose="020F0302020204030204" pitchFamily="34" charset="0"/>
            </a:endParaRPr>
          </a:p>
          <a:p>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StoreId</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ProductName</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ProductQuantiry</a:t>
            </a:r>
            <a:endParaRPr lang="en-IN" sz="1600" dirty="0">
              <a:solidFill>
                <a:schemeClr val="tx1"/>
              </a:solidFill>
              <a:latin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Ø"/>
            </a:pPr>
            <a:r>
              <a:rPr lang="en-IN" sz="1600" dirty="0" err="1">
                <a:solidFill>
                  <a:schemeClr val="tx1"/>
                </a:solidFill>
                <a:latin typeface="Calibri Light" panose="020F0302020204030204" pitchFamily="34" charset="0"/>
                <a:cs typeface="Calibri Light" panose="020F0302020204030204" pitchFamily="34" charset="0"/>
              </a:rPr>
              <a:t>ProductPrice</a:t>
            </a:r>
            <a:endParaRPr lang="en-IN" sz="1600" dirty="0">
              <a:solidFill>
                <a:schemeClr val="tx1"/>
              </a:solidFill>
              <a:latin typeface="Calibri Light" panose="020F0302020204030204" pitchFamily="34" charset="0"/>
              <a:cs typeface="Calibri Light" panose="020F0302020204030204" pitchFamily="34" charset="0"/>
            </a:endParaRPr>
          </a:p>
          <a:p>
            <a:pPr algn="ctr"/>
            <a:endParaRPr lang="en-US" dirty="0"/>
          </a:p>
        </p:txBody>
      </p:sp>
      <p:sp>
        <p:nvSpPr>
          <p:cNvPr id="16" name="Rectangle 15"/>
          <p:cNvSpPr/>
          <p:nvPr/>
        </p:nvSpPr>
        <p:spPr>
          <a:xfrm>
            <a:off x="5307724" y="3068705"/>
            <a:ext cx="1862960" cy="496119"/>
          </a:xfrm>
          <a:prstGeom prst="rect">
            <a:avLst/>
          </a:prstGeom>
          <a:solidFill>
            <a:schemeClr val="accent2">
              <a:lumMod val="20000"/>
              <a:lumOff val="8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dirty="0">
                <a:solidFill>
                  <a:schemeClr val="tx1"/>
                </a:solidFill>
              </a:rPr>
              <a:t>Store </a:t>
            </a:r>
          </a:p>
          <a:p>
            <a:pPr algn="ctr"/>
            <a:r>
              <a:rPr lang="en-US" sz="1400" b="1" dirty="0">
                <a:solidFill>
                  <a:schemeClr val="tx1"/>
                </a:solidFill>
              </a:rPr>
              <a:t>(Aggregate)</a:t>
            </a:r>
          </a:p>
        </p:txBody>
      </p:sp>
    </p:spTree>
    <p:extLst>
      <p:ext uri="{BB962C8B-B14F-4D97-AF65-F5344CB8AC3E}">
        <p14:creationId xmlns:p14="http://schemas.microsoft.com/office/powerpoint/2010/main" val="854474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04967-0405-42BC-8513-4D0062A2F9D8}"/>
              </a:ext>
            </a:extLst>
          </p:cNvPr>
          <p:cNvSpPr>
            <a:spLocks noGrp="1"/>
          </p:cNvSpPr>
          <p:nvPr>
            <p:ph type="title"/>
          </p:nvPr>
        </p:nvSpPr>
        <p:spPr>
          <a:xfrm>
            <a:off x="319713" y="-19935"/>
            <a:ext cx="7886700" cy="643251"/>
          </a:xfrm>
        </p:spPr>
        <p:txBody>
          <a:bodyPr>
            <a:normAutofit/>
          </a:bodyPr>
          <a:lstStyle/>
          <a:p>
            <a:r>
              <a:rPr lang="en-US" sz="1950">
                <a:solidFill>
                  <a:srgbClr val="002060"/>
                </a:solidFill>
                <a:latin typeface="Arial"/>
              </a:rPr>
              <a:t>Domain</a:t>
            </a:r>
            <a:r>
              <a:rPr lang="en-US" sz="1950">
                <a:solidFill>
                  <a:srgbClr val="002060"/>
                </a:solidFill>
                <a:latin typeface="Arial"/>
                <a:ea typeface="+mj-lt"/>
              </a:rPr>
              <a:t> Model – Domain Events</a:t>
            </a:r>
            <a:endParaRPr lang="en-US" sz="1950">
              <a:ea typeface="+mj-lt"/>
              <a:cs typeface="+mj-lt"/>
            </a:endParaRPr>
          </a:p>
          <a:p>
            <a:endParaRPr lang="en-US" sz="1950">
              <a:solidFill>
                <a:srgbClr val="002060"/>
              </a:solidFill>
              <a:latin typeface="Arial"/>
              <a:cs typeface="Calibri Light"/>
            </a:endParaRPr>
          </a:p>
        </p:txBody>
      </p:sp>
      <p:sp>
        <p:nvSpPr>
          <p:cNvPr id="4" name="Oval 3"/>
          <p:cNvSpPr/>
          <p:nvPr/>
        </p:nvSpPr>
        <p:spPr>
          <a:xfrm>
            <a:off x="1314451" y="1185863"/>
            <a:ext cx="1935956" cy="18788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11" name="Oval 10"/>
          <p:cNvSpPr/>
          <p:nvPr/>
        </p:nvSpPr>
        <p:spPr>
          <a:xfrm>
            <a:off x="5500688" y="1185863"/>
            <a:ext cx="1935956" cy="18788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8" name="TextBox 7"/>
          <p:cNvSpPr txBox="1"/>
          <p:nvPr/>
        </p:nvSpPr>
        <p:spPr>
          <a:xfrm>
            <a:off x="5905441" y="1878688"/>
            <a:ext cx="1307306" cy="300082"/>
          </a:xfrm>
          <a:prstGeom prst="rect">
            <a:avLst/>
          </a:prstGeom>
          <a:solidFill>
            <a:schemeClr val="bg2"/>
          </a:solidFill>
          <a:ln>
            <a:solidFill>
              <a:srgbClr val="FF0000"/>
            </a:solidFill>
          </a:ln>
        </p:spPr>
        <p:txBody>
          <a:bodyPr wrap="square" rtlCol="0" anchor="t">
            <a:spAutoFit/>
          </a:bodyPr>
          <a:lstStyle/>
          <a:p>
            <a:r>
              <a:rPr lang="en-US" sz="1350"/>
              <a:t>Order</a:t>
            </a:r>
            <a:endParaRPr lang="en-IN" sz="1350"/>
          </a:p>
        </p:txBody>
      </p:sp>
      <p:sp>
        <p:nvSpPr>
          <p:cNvPr id="13" name="TextBox 12"/>
          <p:cNvSpPr txBox="1"/>
          <p:nvPr/>
        </p:nvSpPr>
        <p:spPr>
          <a:xfrm>
            <a:off x="1690966" y="1864615"/>
            <a:ext cx="1307306" cy="300082"/>
          </a:xfrm>
          <a:prstGeom prst="rect">
            <a:avLst/>
          </a:prstGeom>
          <a:solidFill>
            <a:schemeClr val="bg2"/>
          </a:solidFill>
          <a:ln>
            <a:solidFill>
              <a:srgbClr val="FF0000"/>
            </a:solidFill>
          </a:ln>
        </p:spPr>
        <p:txBody>
          <a:bodyPr wrap="square" rtlCol="0" anchor="t">
            <a:spAutoFit/>
          </a:bodyPr>
          <a:lstStyle/>
          <a:p>
            <a:r>
              <a:rPr lang="en-US" sz="1350">
                <a:cs typeface="Calibri"/>
              </a:rPr>
              <a:t>Inventory</a:t>
            </a:r>
          </a:p>
        </p:txBody>
      </p:sp>
      <p:sp>
        <p:nvSpPr>
          <p:cNvPr id="9" name="TextBox 8"/>
          <p:cNvSpPr txBox="1"/>
          <p:nvPr/>
        </p:nvSpPr>
        <p:spPr>
          <a:xfrm>
            <a:off x="5865336" y="2265034"/>
            <a:ext cx="1303540" cy="715581"/>
          </a:xfrm>
          <a:prstGeom prst="rect">
            <a:avLst/>
          </a:prstGeom>
          <a:noFill/>
        </p:spPr>
        <p:txBody>
          <a:bodyPr wrap="square" rtlCol="0" anchor="t">
            <a:spAutoFit/>
          </a:bodyPr>
          <a:lstStyle/>
          <a:p>
            <a:r>
              <a:rPr lang="en-US" sz="1350">
                <a:solidFill>
                  <a:srgbClr val="FF0000"/>
                </a:solidFill>
              </a:rPr>
              <a:t>Order Management Context</a:t>
            </a:r>
            <a:endParaRPr lang="en-IN" sz="1350">
              <a:solidFill>
                <a:srgbClr val="FF0000"/>
              </a:solidFill>
            </a:endParaRPr>
          </a:p>
        </p:txBody>
      </p:sp>
      <p:sp>
        <p:nvSpPr>
          <p:cNvPr id="15" name="TextBox 14"/>
          <p:cNvSpPr txBox="1"/>
          <p:nvPr/>
        </p:nvSpPr>
        <p:spPr>
          <a:xfrm>
            <a:off x="1836577" y="2263765"/>
            <a:ext cx="1413830" cy="715581"/>
          </a:xfrm>
          <a:prstGeom prst="rect">
            <a:avLst/>
          </a:prstGeom>
          <a:noFill/>
        </p:spPr>
        <p:txBody>
          <a:bodyPr wrap="square" rtlCol="0">
            <a:spAutoFit/>
          </a:bodyPr>
          <a:lstStyle/>
          <a:p>
            <a:r>
              <a:rPr lang="en-US" sz="1350">
                <a:solidFill>
                  <a:srgbClr val="FF0000"/>
                </a:solidFill>
              </a:rPr>
              <a:t>Inventory Management Context</a:t>
            </a:r>
            <a:endParaRPr lang="en-IN" sz="1350">
              <a:solidFill>
                <a:srgbClr val="FF0000"/>
              </a:solidFill>
            </a:endParaRPr>
          </a:p>
        </p:txBody>
      </p:sp>
      <p:sp>
        <p:nvSpPr>
          <p:cNvPr id="18" name="TextBox 17"/>
          <p:cNvSpPr txBox="1"/>
          <p:nvPr/>
        </p:nvSpPr>
        <p:spPr>
          <a:xfrm>
            <a:off x="1517617" y="1587631"/>
            <a:ext cx="1413830" cy="300082"/>
          </a:xfrm>
          <a:prstGeom prst="rect">
            <a:avLst/>
          </a:prstGeom>
          <a:noFill/>
        </p:spPr>
        <p:txBody>
          <a:bodyPr wrap="square" rtlCol="0">
            <a:spAutoFit/>
          </a:bodyPr>
          <a:lstStyle/>
          <a:p>
            <a:r>
              <a:rPr lang="en-US" sz="1350">
                <a:solidFill>
                  <a:srgbClr val="FF0000"/>
                </a:solidFill>
              </a:rPr>
              <a:t>Aggregate</a:t>
            </a:r>
            <a:endParaRPr lang="en-IN" sz="1350">
              <a:solidFill>
                <a:srgbClr val="FF0000"/>
              </a:solidFill>
            </a:endParaRPr>
          </a:p>
        </p:txBody>
      </p:sp>
      <p:sp>
        <p:nvSpPr>
          <p:cNvPr id="19" name="TextBox 18"/>
          <p:cNvSpPr txBox="1"/>
          <p:nvPr/>
        </p:nvSpPr>
        <p:spPr>
          <a:xfrm>
            <a:off x="5917964" y="1591822"/>
            <a:ext cx="1413830" cy="300082"/>
          </a:xfrm>
          <a:prstGeom prst="rect">
            <a:avLst/>
          </a:prstGeom>
          <a:noFill/>
        </p:spPr>
        <p:txBody>
          <a:bodyPr wrap="square" rtlCol="0">
            <a:spAutoFit/>
          </a:bodyPr>
          <a:lstStyle/>
          <a:p>
            <a:r>
              <a:rPr lang="en-US" sz="1350">
                <a:solidFill>
                  <a:srgbClr val="FF0000"/>
                </a:solidFill>
              </a:rPr>
              <a:t>Aggregate</a:t>
            </a:r>
            <a:endParaRPr lang="en-IN" sz="1350">
              <a:solidFill>
                <a:srgbClr val="FF0000"/>
              </a:solidFill>
            </a:endParaRPr>
          </a:p>
        </p:txBody>
      </p:sp>
      <p:sp>
        <p:nvSpPr>
          <p:cNvPr id="10" name="Flowchart: Direct Access Storage 9"/>
          <p:cNvSpPr/>
          <p:nvPr/>
        </p:nvSpPr>
        <p:spPr>
          <a:xfrm rot="10800000">
            <a:off x="3732835" y="3689431"/>
            <a:ext cx="694481" cy="321197"/>
          </a:xfrm>
          <a:prstGeom prst="flowChartMagneticDrum">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cxnSp>
        <p:nvCxnSpPr>
          <p:cNvPr id="14" name="Elbow Connector 13"/>
          <p:cNvCxnSpPr>
            <a:stCxn id="11" idx="4"/>
            <a:endCxn id="10" idx="1"/>
          </p:cNvCxnSpPr>
          <p:nvPr/>
        </p:nvCxnSpPr>
        <p:spPr>
          <a:xfrm rot="5400000">
            <a:off x="5055311" y="2436674"/>
            <a:ext cx="785360" cy="204135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stCxn id="10" idx="4"/>
          </p:cNvCxnSpPr>
          <p:nvPr/>
        </p:nvCxnSpPr>
        <p:spPr>
          <a:xfrm rot="10800000">
            <a:off x="2142898" y="3064669"/>
            <a:ext cx="1589937" cy="785360"/>
          </a:xfrm>
          <a:prstGeom prst="bentConnector3">
            <a:avLst>
              <a:gd name="adj1" fmla="val 10023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3720401" y="4010628"/>
            <a:ext cx="1413830" cy="300082"/>
          </a:xfrm>
          <a:prstGeom prst="rect">
            <a:avLst/>
          </a:prstGeom>
          <a:noFill/>
        </p:spPr>
        <p:txBody>
          <a:bodyPr wrap="square" rtlCol="0">
            <a:spAutoFit/>
          </a:bodyPr>
          <a:lstStyle/>
          <a:p>
            <a:r>
              <a:rPr lang="en-US" sz="1350">
                <a:solidFill>
                  <a:srgbClr val="FF0000"/>
                </a:solidFill>
              </a:rPr>
              <a:t>Event Bus</a:t>
            </a:r>
            <a:endParaRPr lang="en-IN" sz="1350">
              <a:solidFill>
                <a:srgbClr val="FF0000"/>
              </a:solidFill>
            </a:endParaRPr>
          </a:p>
        </p:txBody>
      </p:sp>
      <p:sp>
        <p:nvSpPr>
          <p:cNvPr id="25" name="TextBox 24"/>
          <p:cNvSpPr txBox="1"/>
          <p:nvPr/>
        </p:nvSpPr>
        <p:spPr>
          <a:xfrm>
            <a:off x="1174919" y="3318849"/>
            <a:ext cx="1413830" cy="507831"/>
          </a:xfrm>
          <a:prstGeom prst="rect">
            <a:avLst/>
          </a:prstGeom>
          <a:noFill/>
        </p:spPr>
        <p:txBody>
          <a:bodyPr wrap="square" rtlCol="0">
            <a:spAutoFit/>
          </a:bodyPr>
          <a:lstStyle/>
          <a:p>
            <a:r>
              <a:rPr lang="en-US" sz="1350">
                <a:solidFill>
                  <a:srgbClr val="FF0000"/>
                </a:solidFill>
              </a:rPr>
              <a:t>Subscribing Context</a:t>
            </a:r>
            <a:endParaRPr lang="en-IN" sz="1350">
              <a:solidFill>
                <a:srgbClr val="FF0000"/>
              </a:solidFill>
            </a:endParaRPr>
          </a:p>
        </p:txBody>
      </p:sp>
      <p:sp>
        <p:nvSpPr>
          <p:cNvPr id="26" name="TextBox 25"/>
          <p:cNvSpPr txBox="1"/>
          <p:nvPr/>
        </p:nvSpPr>
        <p:spPr>
          <a:xfrm>
            <a:off x="6468665" y="3297283"/>
            <a:ext cx="1413830" cy="507831"/>
          </a:xfrm>
          <a:prstGeom prst="rect">
            <a:avLst/>
          </a:prstGeom>
          <a:noFill/>
        </p:spPr>
        <p:txBody>
          <a:bodyPr wrap="square" rtlCol="0">
            <a:spAutoFit/>
          </a:bodyPr>
          <a:lstStyle/>
          <a:p>
            <a:r>
              <a:rPr lang="en-US" sz="1350">
                <a:solidFill>
                  <a:srgbClr val="FF0000"/>
                </a:solidFill>
              </a:rPr>
              <a:t>Publishing Context</a:t>
            </a:r>
            <a:endParaRPr lang="en-IN" sz="1350">
              <a:solidFill>
                <a:srgbClr val="FF0000"/>
              </a:solidFill>
            </a:endParaRPr>
          </a:p>
        </p:txBody>
      </p:sp>
      <p:sp>
        <p:nvSpPr>
          <p:cNvPr id="27" name="TextBox 26"/>
          <p:cNvSpPr txBox="1"/>
          <p:nvPr/>
        </p:nvSpPr>
        <p:spPr>
          <a:xfrm>
            <a:off x="3175735" y="3401157"/>
            <a:ext cx="3050156" cy="507831"/>
          </a:xfrm>
          <a:prstGeom prst="rect">
            <a:avLst/>
          </a:prstGeom>
          <a:noFill/>
        </p:spPr>
        <p:txBody>
          <a:bodyPr wrap="square" rtlCol="0">
            <a:spAutoFit/>
          </a:bodyPr>
          <a:lstStyle/>
          <a:p>
            <a:r>
              <a:rPr lang="en-US" sz="1350">
                <a:solidFill>
                  <a:srgbClr val="FF0000"/>
                </a:solidFill>
              </a:rPr>
              <a:t>Product order successful  domain event</a:t>
            </a:r>
            <a:endParaRPr lang="en-IN" sz="1350">
              <a:solidFill>
                <a:srgbClr val="FF0000"/>
              </a:solidFill>
            </a:endParaRPr>
          </a:p>
        </p:txBody>
      </p:sp>
      <p:sp>
        <p:nvSpPr>
          <p:cNvPr id="28" name="Rectangle 27"/>
          <p:cNvSpPr/>
          <p:nvPr/>
        </p:nvSpPr>
        <p:spPr>
          <a:xfrm>
            <a:off x="7436645" y="3657703"/>
            <a:ext cx="1423422" cy="982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29" name="TextBox 28"/>
          <p:cNvSpPr txBox="1"/>
          <p:nvPr/>
        </p:nvSpPr>
        <p:spPr>
          <a:xfrm>
            <a:off x="7446237" y="3386229"/>
            <a:ext cx="1413830" cy="300082"/>
          </a:xfrm>
          <a:prstGeom prst="rect">
            <a:avLst/>
          </a:prstGeom>
          <a:noFill/>
        </p:spPr>
        <p:txBody>
          <a:bodyPr wrap="square" rtlCol="0">
            <a:spAutoFit/>
          </a:bodyPr>
          <a:lstStyle/>
          <a:p>
            <a:r>
              <a:rPr lang="en-US" sz="1350" dirty="0"/>
              <a:t>Domain Event</a:t>
            </a:r>
            <a:endParaRPr lang="en-IN" sz="1350" dirty="0"/>
          </a:p>
        </p:txBody>
      </p:sp>
      <p:sp>
        <p:nvSpPr>
          <p:cNvPr id="30" name="TextBox 29"/>
          <p:cNvSpPr txBox="1"/>
          <p:nvPr/>
        </p:nvSpPr>
        <p:spPr>
          <a:xfrm>
            <a:off x="7453879" y="3696919"/>
            <a:ext cx="1396595" cy="334835"/>
          </a:xfrm>
          <a:prstGeom prst="rect">
            <a:avLst/>
          </a:prstGeom>
          <a:noFill/>
        </p:spPr>
        <p:txBody>
          <a:bodyPr wrap="square" rtlCol="0">
            <a:spAutoFit/>
          </a:bodyPr>
          <a:lstStyle/>
          <a:p>
            <a:r>
              <a:rPr lang="en-US" sz="788" b="1">
                <a:solidFill>
                  <a:schemeClr val="bg1"/>
                </a:solidFill>
              </a:rPr>
              <a:t>Customer Order Successful</a:t>
            </a:r>
            <a:endParaRPr lang="en-IN" sz="788" b="1">
              <a:solidFill>
                <a:schemeClr val="bg1"/>
              </a:solidFill>
            </a:endParaRPr>
          </a:p>
        </p:txBody>
      </p:sp>
      <p:sp>
        <p:nvSpPr>
          <p:cNvPr id="31" name="TextBox 30"/>
          <p:cNvSpPr txBox="1"/>
          <p:nvPr/>
        </p:nvSpPr>
        <p:spPr>
          <a:xfrm>
            <a:off x="7515722" y="3921045"/>
            <a:ext cx="1156790" cy="577081"/>
          </a:xfrm>
          <a:prstGeom prst="rect">
            <a:avLst/>
          </a:prstGeom>
          <a:noFill/>
        </p:spPr>
        <p:txBody>
          <a:bodyPr wrap="square" rtlCol="0" anchor="t">
            <a:spAutoFit/>
          </a:bodyPr>
          <a:lstStyle/>
          <a:p>
            <a:pPr marL="214313" indent="-214313">
              <a:buFont typeface="Arial" panose="020B0604020202020204" pitchFamily="34" charset="0"/>
              <a:buChar char="•"/>
            </a:pPr>
            <a:r>
              <a:rPr lang="en-US" sz="1050">
                <a:solidFill>
                  <a:schemeClr val="bg1"/>
                </a:solidFill>
              </a:rPr>
              <a:t>Event ID</a:t>
            </a:r>
          </a:p>
          <a:p>
            <a:pPr marL="214313" indent="-214313">
              <a:buFont typeface="Arial" panose="020B0604020202020204" pitchFamily="34" charset="0"/>
              <a:buChar char="•"/>
            </a:pPr>
            <a:r>
              <a:rPr lang="en-US" sz="1050">
                <a:solidFill>
                  <a:schemeClr val="bg1"/>
                </a:solidFill>
              </a:rPr>
              <a:t>Order ID</a:t>
            </a:r>
            <a:endParaRPr lang="en-US" sz="1050">
              <a:solidFill>
                <a:schemeClr val="bg1"/>
              </a:solidFill>
              <a:cs typeface="Calibri"/>
            </a:endParaRPr>
          </a:p>
          <a:p>
            <a:pPr marL="214313" indent="-214313">
              <a:buFont typeface="Arial" panose="020B0604020202020204" pitchFamily="34" charset="0"/>
              <a:buChar char="•"/>
            </a:pPr>
            <a:r>
              <a:rPr lang="en-US" sz="1050">
                <a:solidFill>
                  <a:schemeClr val="bg1"/>
                </a:solidFill>
                <a:cs typeface="Calibri"/>
              </a:rPr>
              <a:t>Timestamp</a:t>
            </a:r>
          </a:p>
        </p:txBody>
      </p:sp>
      <p:sp>
        <p:nvSpPr>
          <p:cNvPr id="32" name="Rectangle 31"/>
          <p:cNvSpPr/>
          <p:nvPr/>
        </p:nvSpPr>
        <p:spPr>
          <a:xfrm>
            <a:off x="7489143" y="751400"/>
            <a:ext cx="1423422" cy="9828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33" name="TextBox 32"/>
          <p:cNvSpPr txBox="1"/>
          <p:nvPr/>
        </p:nvSpPr>
        <p:spPr>
          <a:xfrm>
            <a:off x="7498735" y="490437"/>
            <a:ext cx="1413830" cy="300082"/>
          </a:xfrm>
          <a:prstGeom prst="rect">
            <a:avLst/>
          </a:prstGeom>
          <a:noFill/>
        </p:spPr>
        <p:txBody>
          <a:bodyPr wrap="square" rtlCol="0">
            <a:spAutoFit/>
          </a:bodyPr>
          <a:lstStyle/>
          <a:p>
            <a:r>
              <a:rPr lang="en-US" sz="1350" dirty="0"/>
              <a:t>Command</a:t>
            </a:r>
            <a:endParaRPr lang="en-IN" sz="1350" dirty="0"/>
          </a:p>
        </p:txBody>
      </p:sp>
      <p:sp>
        <p:nvSpPr>
          <p:cNvPr id="34" name="TextBox 33"/>
          <p:cNvSpPr txBox="1"/>
          <p:nvPr/>
        </p:nvSpPr>
        <p:spPr>
          <a:xfrm>
            <a:off x="7506377" y="790617"/>
            <a:ext cx="1396595" cy="213585"/>
          </a:xfrm>
          <a:prstGeom prst="rect">
            <a:avLst/>
          </a:prstGeom>
          <a:noFill/>
        </p:spPr>
        <p:txBody>
          <a:bodyPr wrap="square" rtlCol="0">
            <a:spAutoFit/>
          </a:bodyPr>
          <a:lstStyle/>
          <a:p>
            <a:r>
              <a:rPr lang="en-US" sz="788" b="1">
                <a:solidFill>
                  <a:schemeClr val="bg1"/>
                </a:solidFill>
              </a:rPr>
              <a:t>Customer  Placed Order</a:t>
            </a:r>
            <a:endParaRPr lang="en-IN" sz="788" b="1">
              <a:solidFill>
                <a:schemeClr val="bg1"/>
              </a:solidFill>
            </a:endParaRPr>
          </a:p>
        </p:txBody>
      </p:sp>
      <p:sp>
        <p:nvSpPr>
          <p:cNvPr id="35" name="TextBox 34"/>
          <p:cNvSpPr txBox="1"/>
          <p:nvPr/>
        </p:nvSpPr>
        <p:spPr>
          <a:xfrm>
            <a:off x="7568221" y="1014742"/>
            <a:ext cx="1156790" cy="415498"/>
          </a:xfrm>
          <a:prstGeom prst="rect">
            <a:avLst/>
          </a:prstGeom>
          <a:noFill/>
        </p:spPr>
        <p:txBody>
          <a:bodyPr wrap="square" rtlCol="0" anchor="t">
            <a:spAutoFit/>
          </a:bodyPr>
          <a:lstStyle/>
          <a:p>
            <a:pPr marL="214313" indent="-214313">
              <a:buFont typeface="Arial" panose="020B0604020202020204" pitchFamily="34" charset="0"/>
              <a:buChar char="•"/>
            </a:pPr>
            <a:r>
              <a:rPr lang="en-US" sz="1050">
                <a:solidFill>
                  <a:schemeClr val="bg1"/>
                </a:solidFill>
              </a:rPr>
              <a:t>Order ID</a:t>
            </a:r>
          </a:p>
          <a:p>
            <a:pPr marL="214313" indent="-214313">
              <a:buFont typeface="Arial" panose="020B0604020202020204" pitchFamily="34" charset="0"/>
              <a:buChar char="•"/>
            </a:pPr>
            <a:endParaRPr lang="en-US" sz="1050">
              <a:solidFill>
                <a:schemeClr val="bg1"/>
              </a:solidFill>
              <a:cs typeface="Calibri"/>
            </a:endParaRPr>
          </a:p>
        </p:txBody>
      </p:sp>
    </p:spTree>
    <p:extLst>
      <p:ext uri="{BB962C8B-B14F-4D97-AF65-F5344CB8AC3E}">
        <p14:creationId xmlns:p14="http://schemas.microsoft.com/office/powerpoint/2010/main" val="12486247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p:txBody>
          <a:bodyPr/>
          <a:lstStyle/>
          <a:p>
            <a:r>
              <a:rPr lang="en-US" dirty="0"/>
              <a:t>Domain Model-Event Storming Flow</a:t>
            </a:r>
            <a:endParaRPr lang="en-IN" dirty="0"/>
          </a:p>
        </p:txBody>
      </p:sp>
      <p:cxnSp>
        <p:nvCxnSpPr>
          <p:cNvPr id="71" name="Straight Arrow Connector 70"/>
          <p:cNvCxnSpPr/>
          <p:nvPr/>
        </p:nvCxnSpPr>
        <p:spPr>
          <a:xfrm flipV="1">
            <a:off x="3176" y="885825"/>
            <a:ext cx="9144000" cy="47625"/>
          </a:xfrm>
          <a:prstGeom prst="straightConnector1">
            <a:avLst/>
          </a:prstGeom>
          <a:ln w="6350">
            <a:solidFill>
              <a:schemeClr val="accent2"/>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22525" y="578048"/>
            <a:ext cx="3206749" cy="307777"/>
          </a:xfrm>
          <a:prstGeom prst="rect">
            <a:avLst/>
          </a:prstGeom>
          <a:noFill/>
        </p:spPr>
        <p:txBody>
          <a:bodyPr wrap="square" rtlCol="0">
            <a:spAutoFit/>
          </a:bodyPr>
          <a:lstStyle/>
          <a:p>
            <a:r>
              <a:rPr lang="en-US" sz="1400" dirty="0">
                <a:solidFill>
                  <a:srgbClr val="FF0000"/>
                </a:solidFill>
                <a:latin typeface="Arial" panose="020B0604020202020204" pitchFamily="34" charset="0"/>
                <a:cs typeface="Arial" panose="020B0604020202020204" pitchFamily="34" charset="0"/>
              </a:rPr>
              <a:t>Business</a:t>
            </a:r>
            <a:r>
              <a:rPr lang="en-US" sz="1400" dirty="0">
                <a:solidFill>
                  <a:schemeClr val="accent2"/>
                </a:solidFill>
                <a:latin typeface="Arial" panose="020B0604020202020204" pitchFamily="34" charset="0"/>
                <a:cs typeface="Arial" panose="020B0604020202020204" pitchFamily="34" charset="0"/>
              </a:rPr>
              <a:t> </a:t>
            </a:r>
            <a:r>
              <a:rPr lang="en-US" sz="1400" dirty="0">
                <a:solidFill>
                  <a:srgbClr val="FF0000"/>
                </a:solidFill>
                <a:latin typeface="Arial" panose="020B0604020202020204" pitchFamily="34" charset="0"/>
                <a:cs typeface="Arial" panose="020B0604020202020204" pitchFamily="34" charset="0"/>
              </a:rPr>
              <a:t>Process</a:t>
            </a:r>
            <a:r>
              <a:rPr lang="en-US" sz="1400" dirty="0">
                <a:solidFill>
                  <a:schemeClr val="accent2"/>
                </a:solidFill>
                <a:latin typeface="Arial" panose="020B0604020202020204" pitchFamily="34" charset="0"/>
                <a:cs typeface="Arial" panose="020B0604020202020204" pitchFamily="34" charset="0"/>
              </a:rPr>
              <a:t> </a:t>
            </a:r>
            <a:r>
              <a:rPr lang="en-US" sz="1400" dirty="0">
                <a:solidFill>
                  <a:srgbClr val="FF0000"/>
                </a:solidFill>
                <a:latin typeface="Arial" panose="020B0604020202020204" pitchFamily="34" charset="0"/>
                <a:cs typeface="Arial" panose="020B0604020202020204" pitchFamily="34" charset="0"/>
              </a:rPr>
              <a:t>Timeline</a:t>
            </a:r>
            <a:endParaRPr lang="en-IN" sz="1400" dirty="0">
              <a:solidFill>
                <a:srgbClr val="FF0000"/>
              </a:solidFill>
              <a:latin typeface="Arial" panose="020B0604020202020204" pitchFamily="34" charset="0"/>
              <a:cs typeface="Arial" panose="020B0604020202020204" pitchFamily="34" charset="0"/>
            </a:endParaRPr>
          </a:p>
        </p:txBody>
      </p:sp>
      <p:sp>
        <p:nvSpPr>
          <p:cNvPr id="73" name="Oval 72">
            <a:extLst>
              <a:ext uri="{FF2B5EF4-FFF2-40B4-BE49-F238E27FC236}">
                <a16:creationId xmlns:a16="http://schemas.microsoft.com/office/drawing/2014/main" id="{8AB50369-2D1E-4EA0-BC89-6C7B678F7D3E}"/>
              </a:ext>
            </a:extLst>
          </p:cNvPr>
          <p:cNvSpPr/>
          <p:nvPr/>
        </p:nvSpPr>
        <p:spPr>
          <a:xfrm>
            <a:off x="159526" y="1193602"/>
            <a:ext cx="2116950" cy="1744471"/>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4" name="Oval 73">
            <a:extLst>
              <a:ext uri="{FF2B5EF4-FFF2-40B4-BE49-F238E27FC236}">
                <a16:creationId xmlns:a16="http://schemas.microsoft.com/office/drawing/2014/main" id="{8AB50369-2D1E-4EA0-BC89-6C7B678F7D3E}"/>
              </a:ext>
            </a:extLst>
          </p:cNvPr>
          <p:cNvSpPr/>
          <p:nvPr/>
        </p:nvSpPr>
        <p:spPr>
          <a:xfrm>
            <a:off x="2325262" y="1193600"/>
            <a:ext cx="2355075" cy="1744471"/>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5" name="Oval 74">
            <a:extLst>
              <a:ext uri="{FF2B5EF4-FFF2-40B4-BE49-F238E27FC236}">
                <a16:creationId xmlns:a16="http://schemas.microsoft.com/office/drawing/2014/main" id="{8AB50369-2D1E-4EA0-BC89-6C7B678F7D3E}"/>
              </a:ext>
            </a:extLst>
          </p:cNvPr>
          <p:cNvSpPr/>
          <p:nvPr/>
        </p:nvSpPr>
        <p:spPr>
          <a:xfrm>
            <a:off x="4740312" y="1250204"/>
            <a:ext cx="2355075" cy="1744471"/>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76" name="Oval 75">
            <a:extLst>
              <a:ext uri="{FF2B5EF4-FFF2-40B4-BE49-F238E27FC236}">
                <a16:creationId xmlns:a16="http://schemas.microsoft.com/office/drawing/2014/main" id="{8AB50369-2D1E-4EA0-BC89-6C7B678F7D3E}"/>
              </a:ext>
            </a:extLst>
          </p:cNvPr>
          <p:cNvSpPr/>
          <p:nvPr/>
        </p:nvSpPr>
        <p:spPr>
          <a:xfrm>
            <a:off x="7084200" y="1338652"/>
            <a:ext cx="2059799" cy="159942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cxnSp>
        <p:nvCxnSpPr>
          <p:cNvPr id="78" name="Straight Arrow Connector 77"/>
          <p:cNvCxnSpPr/>
          <p:nvPr/>
        </p:nvCxnSpPr>
        <p:spPr>
          <a:xfrm flipV="1">
            <a:off x="0" y="3343275"/>
            <a:ext cx="9144000" cy="9525"/>
          </a:xfrm>
          <a:prstGeom prst="straightConnector1">
            <a:avLst/>
          </a:prstGeom>
          <a:ln w="6350">
            <a:solidFill>
              <a:schemeClr val="accent2"/>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2422525" y="3051280"/>
            <a:ext cx="2762251" cy="307777"/>
          </a:xfrm>
          <a:prstGeom prst="rect">
            <a:avLst/>
          </a:prstGeom>
          <a:noFill/>
        </p:spPr>
        <p:txBody>
          <a:bodyPr wrap="square" rtlCol="0">
            <a:spAutoFit/>
          </a:bodyPr>
          <a:lstStyle/>
          <a:p>
            <a:r>
              <a:rPr lang="en-US" sz="1400" dirty="0">
                <a:solidFill>
                  <a:srgbClr val="FF0000"/>
                </a:solidFill>
                <a:latin typeface="Arial" panose="020B0604020202020204" pitchFamily="34" charset="0"/>
                <a:cs typeface="Arial" panose="020B0604020202020204" pitchFamily="34" charset="0"/>
              </a:rPr>
              <a:t>Business</a:t>
            </a:r>
            <a:r>
              <a:rPr lang="en-US" sz="1400" dirty="0">
                <a:solidFill>
                  <a:schemeClr val="accent2"/>
                </a:solidFill>
                <a:latin typeface="Arial" panose="020B0604020202020204" pitchFamily="34" charset="0"/>
                <a:cs typeface="Arial" panose="020B0604020202020204" pitchFamily="34" charset="0"/>
              </a:rPr>
              <a:t> </a:t>
            </a:r>
            <a:r>
              <a:rPr lang="en-US" sz="1400" dirty="0">
                <a:solidFill>
                  <a:srgbClr val="FF0000"/>
                </a:solidFill>
                <a:latin typeface="Arial" panose="020B0604020202020204" pitchFamily="34" charset="0"/>
                <a:cs typeface="Arial" panose="020B0604020202020204" pitchFamily="34" charset="0"/>
              </a:rPr>
              <a:t>Process</a:t>
            </a:r>
            <a:r>
              <a:rPr lang="en-US" sz="1400" dirty="0">
                <a:solidFill>
                  <a:schemeClr val="accent2"/>
                </a:solidFill>
                <a:latin typeface="Arial" panose="020B0604020202020204" pitchFamily="34" charset="0"/>
                <a:cs typeface="Arial" panose="020B0604020202020204" pitchFamily="34" charset="0"/>
              </a:rPr>
              <a:t> </a:t>
            </a:r>
            <a:r>
              <a:rPr lang="en-US" sz="1400" dirty="0">
                <a:solidFill>
                  <a:srgbClr val="FF0000"/>
                </a:solidFill>
                <a:latin typeface="Arial" panose="020B0604020202020204" pitchFamily="34" charset="0"/>
                <a:cs typeface="Arial" panose="020B0604020202020204" pitchFamily="34" charset="0"/>
              </a:rPr>
              <a:t>Timeline</a:t>
            </a:r>
            <a:endParaRPr lang="en-IN" sz="1400" dirty="0">
              <a:solidFill>
                <a:srgbClr val="FF0000"/>
              </a:solidFill>
              <a:latin typeface="Arial" panose="020B0604020202020204" pitchFamily="34" charset="0"/>
              <a:cs typeface="Arial" panose="020B0604020202020204" pitchFamily="34" charset="0"/>
            </a:endParaRPr>
          </a:p>
        </p:txBody>
      </p:sp>
      <p:sp>
        <p:nvSpPr>
          <p:cNvPr id="80" name="Oval 79">
            <a:extLst>
              <a:ext uri="{FF2B5EF4-FFF2-40B4-BE49-F238E27FC236}">
                <a16:creationId xmlns:a16="http://schemas.microsoft.com/office/drawing/2014/main" id="{8AB50369-2D1E-4EA0-BC89-6C7B678F7D3E}"/>
              </a:ext>
            </a:extLst>
          </p:cNvPr>
          <p:cNvSpPr/>
          <p:nvPr/>
        </p:nvSpPr>
        <p:spPr>
          <a:xfrm>
            <a:off x="104350" y="3701400"/>
            <a:ext cx="2065533" cy="1417227"/>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1" name="Oval 80">
            <a:extLst>
              <a:ext uri="{FF2B5EF4-FFF2-40B4-BE49-F238E27FC236}">
                <a16:creationId xmlns:a16="http://schemas.microsoft.com/office/drawing/2014/main" id="{8AB50369-2D1E-4EA0-BC89-6C7B678F7D3E}"/>
              </a:ext>
            </a:extLst>
          </p:cNvPr>
          <p:cNvSpPr/>
          <p:nvPr/>
        </p:nvSpPr>
        <p:spPr>
          <a:xfrm>
            <a:off x="6746144" y="3691763"/>
            <a:ext cx="2232606" cy="1426864"/>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2" name="Oval 81">
            <a:extLst>
              <a:ext uri="{FF2B5EF4-FFF2-40B4-BE49-F238E27FC236}">
                <a16:creationId xmlns:a16="http://schemas.microsoft.com/office/drawing/2014/main" id="{8AB50369-2D1E-4EA0-BC89-6C7B678F7D3E}"/>
              </a:ext>
            </a:extLst>
          </p:cNvPr>
          <p:cNvSpPr/>
          <p:nvPr/>
        </p:nvSpPr>
        <p:spPr>
          <a:xfrm>
            <a:off x="4466008" y="3775397"/>
            <a:ext cx="2085392" cy="1385498"/>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3" name="Oval 82">
            <a:extLst>
              <a:ext uri="{FF2B5EF4-FFF2-40B4-BE49-F238E27FC236}">
                <a16:creationId xmlns:a16="http://schemas.microsoft.com/office/drawing/2014/main" id="{8AB50369-2D1E-4EA0-BC89-6C7B678F7D3E}"/>
              </a:ext>
            </a:extLst>
          </p:cNvPr>
          <p:cNvSpPr/>
          <p:nvPr/>
        </p:nvSpPr>
        <p:spPr>
          <a:xfrm>
            <a:off x="2223470" y="3701400"/>
            <a:ext cx="2203244" cy="1407590"/>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a:p>
        </p:txBody>
      </p:sp>
      <p:sp>
        <p:nvSpPr>
          <p:cNvPr id="84" name="Rectangle 83"/>
          <p:cNvSpPr/>
          <p:nvPr/>
        </p:nvSpPr>
        <p:spPr>
          <a:xfrm>
            <a:off x="846565" y="1503302"/>
            <a:ext cx="923925" cy="514350"/>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chemeClr val="tx1"/>
                </a:solidFill>
              </a:rPr>
              <a:t>Product</a:t>
            </a:r>
            <a:endParaRPr lang="en-IN" sz="1100" dirty="0">
              <a:solidFill>
                <a:schemeClr val="tx1"/>
              </a:solidFill>
            </a:endParaRPr>
          </a:p>
        </p:txBody>
      </p:sp>
      <p:sp>
        <p:nvSpPr>
          <p:cNvPr id="86" name="Rectangle 85"/>
          <p:cNvSpPr/>
          <p:nvPr/>
        </p:nvSpPr>
        <p:spPr>
          <a:xfrm>
            <a:off x="238900" y="1890553"/>
            <a:ext cx="923925" cy="514350"/>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dirty="0" err="1">
                <a:solidFill>
                  <a:schemeClr val="tx1"/>
                </a:solidFill>
              </a:rPr>
              <a:t>FetchProductDetails</a:t>
            </a:r>
            <a:endParaRPr lang="en-IN" sz="900" dirty="0">
              <a:solidFill>
                <a:schemeClr val="tx1"/>
              </a:solidFill>
            </a:endParaRPr>
          </a:p>
        </p:txBody>
      </p:sp>
      <p:sp>
        <p:nvSpPr>
          <p:cNvPr id="87" name="Rectangle 86"/>
          <p:cNvSpPr/>
          <p:nvPr/>
        </p:nvSpPr>
        <p:spPr>
          <a:xfrm>
            <a:off x="1297375" y="1902272"/>
            <a:ext cx="923925" cy="514350"/>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ProductDetailsFetched</a:t>
            </a:r>
            <a:endParaRPr lang="en-IN" sz="900" dirty="0">
              <a:solidFill>
                <a:schemeClr val="tx1"/>
              </a:solidFill>
            </a:endParaRPr>
          </a:p>
        </p:txBody>
      </p:sp>
      <p:sp>
        <p:nvSpPr>
          <p:cNvPr id="88" name="Rectangle 87"/>
          <p:cNvSpPr/>
          <p:nvPr/>
        </p:nvSpPr>
        <p:spPr>
          <a:xfrm>
            <a:off x="5501887" y="1446392"/>
            <a:ext cx="923925" cy="514350"/>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Customer</a:t>
            </a:r>
            <a:endParaRPr lang="en-IN" sz="900" dirty="0">
              <a:solidFill>
                <a:schemeClr val="tx1"/>
              </a:solidFill>
            </a:endParaRPr>
          </a:p>
        </p:txBody>
      </p:sp>
      <p:sp>
        <p:nvSpPr>
          <p:cNvPr id="89" name="Rectangle 88"/>
          <p:cNvSpPr/>
          <p:nvPr/>
        </p:nvSpPr>
        <p:spPr>
          <a:xfrm>
            <a:off x="3104726" y="1515423"/>
            <a:ext cx="923925" cy="514350"/>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Product</a:t>
            </a:r>
            <a:endParaRPr lang="en-IN" sz="900" dirty="0">
              <a:solidFill>
                <a:schemeClr val="tx1"/>
              </a:solidFill>
            </a:endParaRPr>
          </a:p>
        </p:txBody>
      </p:sp>
      <p:sp>
        <p:nvSpPr>
          <p:cNvPr id="90" name="Rectangle 89"/>
          <p:cNvSpPr/>
          <p:nvPr/>
        </p:nvSpPr>
        <p:spPr>
          <a:xfrm>
            <a:off x="2422176" y="1851919"/>
            <a:ext cx="923925" cy="514350"/>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SearchForProduct</a:t>
            </a:r>
            <a:endParaRPr lang="en-IN" sz="900" dirty="0">
              <a:solidFill>
                <a:schemeClr val="tx1"/>
              </a:solidFill>
            </a:endParaRPr>
          </a:p>
        </p:txBody>
      </p:sp>
      <p:sp>
        <p:nvSpPr>
          <p:cNvPr id="91" name="Rectangle 90"/>
          <p:cNvSpPr/>
          <p:nvPr/>
        </p:nvSpPr>
        <p:spPr>
          <a:xfrm>
            <a:off x="3615472" y="1890553"/>
            <a:ext cx="928746" cy="475716"/>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ProductDisplayed</a:t>
            </a:r>
            <a:endParaRPr lang="en-IN" sz="900" dirty="0">
              <a:solidFill>
                <a:schemeClr val="tx1"/>
              </a:solidFill>
            </a:endParaRPr>
          </a:p>
        </p:txBody>
      </p:sp>
      <p:sp>
        <p:nvSpPr>
          <p:cNvPr id="92" name="Rectangle 91"/>
          <p:cNvSpPr/>
          <p:nvPr/>
        </p:nvSpPr>
        <p:spPr>
          <a:xfrm>
            <a:off x="4984673" y="1779924"/>
            <a:ext cx="791735" cy="570018"/>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SignUpCustomer</a:t>
            </a:r>
            <a:endParaRPr lang="en-IN" sz="900" dirty="0">
              <a:solidFill>
                <a:schemeClr val="tx1"/>
              </a:solidFill>
            </a:endParaRPr>
          </a:p>
        </p:txBody>
      </p:sp>
      <p:sp>
        <p:nvSpPr>
          <p:cNvPr id="93" name="Rectangle 92"/>
          <p:cNvSpPr/>
          <p:nvPr/>
        </p:nvSpPr>
        <p:spPr>
          <a:xfrm>
            <a:off x="6012636" y="1772598"/>
            <a:ext cx="935446" cy="588125"/>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CustomerSignedUP</a:t>
            </a:r>
            <a:endParaRPr lang="en-IN" sz="900" dirty="0">
              <a:solidFill>
                <a:schemeClr val="tx1"/>
              </a:solidFill>
            </a:endParaRPr>
          </a:p>
        </p:txBody>
      </p:sp>
      <p:sp>
        <p:nvSpPr>
          <p:cNvPr id="94" name="Rectangle 93"/>
          <p:cNvSpPr/>
          <p:nvPr/>
        </p:nvSpPr>
        <p:spPr>
          <a:xfrm>
            <a:off x="7743825" y="1524000"/>
            <a:ext cx="946151" cy="426512"/>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Customer</a:t>
            </a:r>
            <a:endParaRPr lang="en-IN" sz="900" dirty="0">
              <a:solidFill>
                <a:schemeClr val="tx1"/>
              </a:solidFill>
            </a:endParaRPr>
          </a:p>
        </p:txBody>
      </p:sp>
      <p:sp>
        <p:nvSpPr>
          <p:cNvPr id="95" name="Rectangle 94"/>
          <p:cNvSpPr/>
          <p:nvPr/>
        </p:nvSpPr>
        <p:spPr>
          <a:xfrm>
            <a:off x="7296150" y="1851919"/>
            <a:ext cx="760801" cy="508804"/>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authentictaeCustomer</a:t>
            </a:r>
            <a:endParaRPr lang="en-IN" sz="900" dirty="0">
              <a:solidFill>
                <a:schemeClr val="tx1"/>
              </a:solidFill>
            </a:endParaRPr>
          </a:p>
        </p:txBody>
      </p:sp>
      <p:sp>
        <p:nvSpPr>
          <p:cNvPr id="96" name="Rectangle 95"/>
          <p:cNvSpPr/>
          <p:nvPr/>
        </p:nvSpPr>
        <p:spPr>
          <a:xfrm>
            <a:off x="8231595" y="1851919"/>
            <a:ext cx="721905" cy="498023"/>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CustomerAuthenticated</a:t>
            </a:r>
            <a:endParaRPr lang="en-IN" sz="900" dirty="0">
              <a:solidFill>
                <a:schemeClr val="tx1"/>
              </a:solidFill>
            </a:endParaRPr>
          </a:p>
        </p:txBody>
      </p:sp>
      <p:sp>
        <p:nvSpPr>
          <p:cNvPr id="97" name="Rectangle 96"/>
          <p:cNvSpPr/>
          <p:nvPr/>
        </p:nvSpPr>
        <p:spPr>
          <a:xfrm>
            <a:off x="771719" y="3844818"/>
            <a:ext cx="971355" cy="517632"/>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Cart</a:t>
            </a:r>
            <a:endParaRPr lang="en-IN" sz="900" dirty="0">
              <a:solidFill>
                <a:schemeClr val="tx1"/>
              </a:solidFill>
            </a:endParaRPr>
          </a:p>
        </p:txBody>
      </p:sp>
      <p:sp>
        <p:nvSpPr>
          <p:cNvPr id="98" name="Rectangle 97"/>
          <p:cNvSpPr/>
          <p:nvPr/>
        </p:nvSpPr>
        <p:spPr>
          <a:xfrm>
            <a:off x="297614" y="4295622"/>
            <a:ext cx="800875" cy="495300"/>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AddProducttoCart</a:t>
            </a:r>
            <a:endParaRPr lang="en-IN" sz="900" dirty="0">
              <a:solidFill>
                <a:schemeClr val="tx1"/>
              </a:solidFill>
            </a:endParaRPr>
          </a:p>
        </p:txBody>
      </p:sp>
      <p:sp>
        <p:nvSpPr>
          <p:cNvPr id="99" name="Rectangle 98"/>
          <p:cNvSpPr/>
          <p:nvPr/>
        </p:nvSpPr>
        <p:spPr>
          <a:xfrm>
            <a:off x="1302399" y="4304289"/>
            <a:ext cx="716350" cy="476250"/>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ProductAdded</a:t>
            </a:r>
            <a:endParaRPr lang="en-IN" sz="900" dirty="0">
              <a:solidFill>
                <a:schemeClr val="tx1"/>
              </a:solidFill>
            </a:endParaRPr>
          </a:p>
        </p:txBody>
      </p:sp>
      <p:sp>
        <p:nvSpPr>
          <p:cNvPr id="100" name="Rectangle 99"/>
          <p:cNvSpPr/>
          <p:nvPr/>
        </p:nvSpPr>
        <p:spPr>
          <a:xfrm>
            <a:off x="2783468" y="3844818"/>
            <a:ext cx="1076556" cy="365232"/>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Order</a:t>
            </a:r>
            <a:endParaRPr lang="en-IN" sz="900" dirty="0">
              <a:solidFill>
                <a:schemeClr val="tx1"/>
              </a:solidFill>
            </a:endParaRPr>
          </a:p>
        </p:txBody>
      </p:sp>
      <p:sp>
        <p:nvSpPr>
          <p:cNvPr id="101" name="Rectangle 100"/>
          <p:cNvSpPr/>
          <p:nvPr/>
        </p:nvSpPr>
        <p:spPr>
          <a:xfrm>
            <a:off x="2402387" y="4132205"/>
            <a:ext cx="887413" cy="495300"/>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PlaceOrder</a:t>
            </a:r>
            <a:endParaRPr lang="en-IN" sz="900" dirty="0">
              <a:solidFill>
                <a:schemeClr val="tx1"/>
              </a:solidFill>
            </a:endParaRPr>
          </a:p>
        </p:txBody>
      </p:sp>
      <p:sp>
        <p:nvSpPr>
          <p:cNvPr id="102" name="Rectangle 101"/>
          <p:cNvSpPr/>
          <p:nvPr/>
        </p:nvSpPr>
        <p:spPr>
          <a:xfrm>
            <a:off x="3479720" y="4145427"/>
            <a:ext cx="728546" cy="495300"/>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OrderPlaced</a:t>
            </a:r>
            <a:endParaRPr lang="en-IN" sz="900" dirty="0">
              <a:solidFill>
                <a:schemeClr val="tx1"/>
              </a:solidFill>
            </a:endParaRPr>
          </a:p>
        </p:txBody>
      </p:sp>
      <p:sp>
        <p:nvSpPr>
          <p:cNvPr id="103" name="Rectangle 102"/>
          <p:cNvSpPr/>
          <p:nvPr/>
        </p:nvSpPr>
        <p:spPr>
          <a:xfrm>
            <a:off x="4931657" y="3881457"/>
            <a:ext cx="1027963" cy="453687"/>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Payment</a:t>
            </a:r>
            <a:endParaRPr lang="en-IN" sz="900" dirty="0">
              <a:solidFill>
                <a:schemeClr val="tx1"/>
              </a:solidFill>
            </a:endParaRPr>
          </a:p>
        </p:txBody>
      </p:sp>
      <p:sp>
        <p:nvSpPr>
          <p:cNvPr id="104" name="Rectangle 103"/>
          <p:cNvSpPr/>
          <p:nvPr/>
        </p:nvSpPr>
        <p:spPr>
          <a:xfrm>
            <a:off x="4572000" y="4257522"/>
            <a:ext cx="824724" cy="495300"/>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MakePayment</a:t>
            </a:r>
            <a:endParaRPr lang="en-IN" sz="900" dirty="0">
              <a:solidFill>
                <a:schemeClr val="tx1"/>
              </a:solidFill>
            </a:endParaRPr>
          </a:p>
        </p:txBody>
      </p:sp>
      <p:sp>
        <p:nvSpPr>
          <p:cNvPr id="105" name="Rectangle 104"/>
          <p:cNvSpPr/>
          <p:nvPr/>
        </p:nvSpPr>
        <p:spPr>
          <a:xfrm>
            <a:off x="5574386" y="4295622"/>
            <a:ext cx="774509" cy="495300"/>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PaymentMade</a:t>
            </a:r>
            <a:endParaRPr lang="en-IN" sz="900" dirty="0">
              <a:solidFill>
                <a:schemeClr val="tx1"/>
              </a:solidFill>
            </a:endParaRPr>
          </a:p>
        </p:txBody>
      </p:sp>
      <p:sp>
        <p:nvSpPr>
          <p:cNvPr id="106" name="Rectangle 105"/>
          <p:cNvSpPr/>
          <p:nvPr/>
        </p:nvSpPr>
        <p:spPr>
          <a:xfrm>
            <a:off x="7059337" y="3871638"/>
            <a:ext cx="970856" cy="525549"/>
          </a:xfrm>
          <a:prstGeom prst="rect">
            <a:avLst/>
          </a:prstGeom>
          <a:solidFill>
            <a:schemeClr val="accent1">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a:solidFill>
                  <a:schemeClr val="tx1"/>
                </a:solidFill>
              </a:rPr>
              <a:t>Shipping</a:t>
            </a:r>
            <a:endParaRPr lang="en-IN" sz="900" dirty="0">
              <a:solidFill>
                <a:schemeClr val="tx1"/>
              </a:solidFill>
            </a:endParaRPr>
          </a:p>
        </p:txBody>
      </p:sp>
      <p:sp>
        <p:nvSpPr>
          <p:cNvPr id="107" name="Rectangle 106"/>
          <p:cNvSpPr/>
          <p:nvPr/>
        </p:nvSpPr>
        <p:spPr>
          <a:xfrm>
            <a:off x="6707100" y="4216457"/>
            <a:ext cx="987600" cy="566348"/>
          </a:xfrm>
          <a:prstGeom prst="rect">
            <a:avLst/>
          </a:prstGeom>
          <a:solidFill>
            <a:schemeClr val="accent4">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shipProduct</a:t>
            </a:r>
            <a:endParaRPr lang="en-IN" sz="900" dirty="0">
              <a:solidFill>
                <a:schemeClr val="tx1"/>
              </a:solidFill>
            </a:endParaRPr>
          </a:p>
        </p:txBody>
      </p:sp>
      <p:sp>
        <p:nvSpPr>
          <p:cNvPr id="108" name="Rectangle 107"/>
          <p:cNvSpPr/>
          <p:nvPr/>
        </p:nvSpPr>
        <p:spPr>
          <a:xfrm>
            <a:off x="7790278" y="4255409"/>
            <a:ext cx="752484" cy="566348"/>
          </a:xfrm>
          <a:prstGeom prst="rect">
            <a:avLst/>
          </a:prstGeom>
          <a:solidFill>
            <a:schemeClr val="accent3">
              <a:lumMod val="60000"/>
              <a:lumOff val="4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dirty="0" err="1">
                <a:solidFill>
                  <a:schemeClr val="tx1"/>
                </a:solidFill>
              </a:rPr>
              <a:t>ProductShipped</a:t>
            </a:r>
            <a:endParaRPr lang="en-IN" sz="900" dirty="0">
              <a:solidFill>
                <a:schemeClr val="tx1"/>
              </a:solidFill>
            </a:endParaRPr>
          </a:p>
        </p:txBody>
      </p:sp>
      <p:sp>
        <p:nvSpPr>
          <p:cNvPr id="109" name="TextBox 108"/>
          <p:cNvSpPr txBox="1"/>
          <p:nvPr/>
        </p:nvSpPr>
        <p:spPr>
          <a:xfrm>
            <a:off x="256249" y="935798"/>
            <a:ext cx="2544568"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Product Catalog</a:t>
            </a:r>
            <a:endParaRPr lang="en-IN" sz="1400" dirty="0">
              <a:solidFill>
                <a:schemeClr val="accent2"/>
              </a:solidFill>
              <a:latin typeface="Arial" panose="020B0604020202020204" pitchFamily="34" charset="0"/>
              <a:cs typeface="Arial" panose="020B0604020202020204" pitchFamily="34" charset="0"/>
            </a:endParaRPr>
          </a:p>
        </p:txBody>
      </p:sp>
      <p:sp>
        <p:nvSpPr>
          <p:cNvPr id="110" name="TextBox 109"/>
          <p:cNvSpPr txBox="1"/>
          <p:nvPr/>
        </p:nvSpPr>
        <p:spPr>
          <a:xfrm>
            <a:off x="2724151" y="999034"/>
            <a:ext cx="1956186"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Search</a:t>
            </a:r>
            <a:endParaRPr lang="en-IN" sz="1400" dirty="0">
              <a:solidFill>
                <a:schemeClr val="accent2"/>
              </a:solidFill>
              <a:latin typeface="Arial" panose="020B0604020202020204" pitchFamily="34" charset="0"/>
              <a:cs typeface="Arial" panose="020B0604020202020204" pitchFamily="34" charset="0"/>
            </a:endParaRPr>
          </a:p>
        </p:txBody>
      </p:sp>
      <p:sp>
        <p:nvSpPr>
          <p:cNvPr id="112" name="TextBox 111"/>
          <p:cNvSpPr txBox="1"/>
          <p:nvPr/>
        </p:nvSpPr>
        <p:spPr>
          <a:xfrm>
            <a:off x="4984673" y="999034"/>
            <a:ext cx="2110714"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Customer</a:t>
            </a:r>
            <a:endParaRPr lang="en-IN" sz="1400" dirty="0">
              <a:solidFill>
                <a:schemeClr val="accent2"/>
              </a:solidFill>
              <a:latin typeface="Arial" panose="020B0604020202020204" pitchFamily="34" charset="0"/>
              <a:cs typeface="Arial" panose="020B0604020202020204" pitchFamily="34" charset="0"/>
            </a:endParaRPr>
          </a:p>
        </p:txBody>
      </p:sp>
      <p:sp>
        <p:nvSpPr>
          <p:cNvPr id="113" name="TextBox 112"/>
          <p:cNvSpPr txBox="1"/>
          <p:nvPr/>
        </p:nvSpPr>
        <p:spPr>
          <a:xfrm>
            <a:off x="7200900" y="999034"/>
            <a:ext cx="1943100"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Access Control</a:t>
            </a:r>
            <a:endParaRPr lang="en-IN" sz="1400" dirty="0">
              <a:solidFill>
                <a:schemeClr val="accent2"/>
              </a:solidFill>
              <a:latin typeface="Arial" panose="020B0604020202020204" pitchFamily="34" charset="0"/>
              <a:cs typeface="Arial" panose="020B0604020202020204" pitchFamily="34" charset="0"/>
            </a:endParaRPr>
          </a:p>
        </p:txBody>
      </p:sp>
      <p:sp>
        <p:nvSpPr>
          <p:cNvPr id="114" name="TextBox 113"/>
          <p:cNvSpPr txBox="1"/>
          <p:nvPr/>
        </p:nvSpPr>
        <p:spPr>
          <a:xfrm>
            <a:off x="361949" y="3372812"/>
            <a:ext cx="2060227"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Cart</a:t>
            </a:r>
            <a:endParaRPr lang="en-IN" sz="1400" dirty="0">
              <a:solidFill>
                <a:schemeClr val="accent2"/>
              </a:solidFill>
              <a:latin typeface="Arial" panose="020B0604020202020204" pitchFamily="34" charset="0"/>
              <a:cs typeface="Arial" panose="020B0604020202020204" pitchFamily="34" charset="0"/>
            </a:endParaRPr>
          </a:p>
        </p:txBody>
      </p:sp>
      <p:sp>
        <p:nvSpPr>
          <p:cNvPr id="115" name="TextBox 114"/>
          <p:cNvSpPr txBox="1"/>
          <p:nvPr/>
        </p:nvSpPr>
        <p:spPr>
          <a:xfrm>
            <a:off x="2709069" y="3392834"/>
            <a:ext cx="1847849"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Order</a:t>
            </a:r>
            <a:endParaRPr lang="en-IN" sz="1400" dirty="0">
              <a:solidFill>
                <a:schemeClr val="accent2"/>
              </a:solidFill>
              <a:latin typeface="Arial" panose="020B0604020202020204" pitchFamily="34" charset="0"/>
              <a:cs typeface="Arial" panose="020B0604020202020204" pitchFamily="34" charset="0"/>
            </a:endParaRPr>
          </a:p>
        </p:txBody>
      </p:sp>
      <p:sp>
        <p:nvSpPr>
          <p:cNvPr id="116" name="TextBox 115"/>
          <p:cNvSpPr txBox="1"/>
          <p:nvPr/>
        </p:nvSpPr>
        <p:spPr>
          <a:xfrm>
            <a:off x="4551478" y="3450211"/>
            <a:ext cx="1710532" cy="307777"/>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Payment</a:t>
            </a:r>
            <a:endParaRPr lang="en-IN" sz="1400" dirty="0">
              <a:solidFill>
                <a:schemeClr val="accent2"/>
              </a:solidFill>
              <a:latin typeface="Arial" panose="020B0604020202020204" pitchFamily="34" charset="0"/>
              <a:cs typeface="Arial" panose="020B0604020202020204" pitchFamily="34" charset="0"/>
            </a:endParaRPr>
          </a:p>
        </p:txBody>
      </p:sp>
      <p:sp>
        <p:nvSpPr>
          <p:cNvPr id="117" name="TextBox 116"/>
          <p:cNvSpPr txBox="1"/>
          <p:nvPr/>
        </p:nvSpPr>
        <p:spPr>
          <a:xfrm>
            <a:off x="6707100" y="3371850"/>
            <a:ext cx="2017800" cy="308739"/>
          </a:xfrm>
          <a:prstGeom prst="rect">
            <a:avLst/>
          </a:prstGeom>
          <a:noFill/>
        </p:spPr>
        <p:txBody>
          <a:bodyPr wrap="square" rtlCol="0">
            <a:spAutoFit/>
          </a:bodyPr>
          <a:lstStyle/>
          <a:p>
            <a:r>
              <a:rPr lang="en-US" sz="1400" dirty="0">
                <a:solidFill>
                  <a:schemeClr val="accent2"/>
                </a:solidFill>
                <a:latin typeface="Arial" panose="020B0604020202020204" pitchFamily="34" charset="0"/>
                <a:cs typeface="Arial" panose="020B0604020202020204" pitchFamily="34" charset="0"/>
              </a:rPr>
              <a:t>Shipping</a:t>
            </a:r>
            <a:endParaRPr lang="en-IN" sz="1400"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3500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60376" y="108855"/>
            <a:ext cx="8229600" cy="784830"/>
          </a:xfrm>
        </p:spPr>
        <p:txBody>
          <a:bodyPr/>
          <a:lstStyle/>
          <a:p>
            <a:r>
              <a:rPr lang="en-IN" dirty="0"/>
              <a:t>Microservice Architecture </a:t>
            </a:r>
            <a:r>
              <a:rPr lang="en-IN" dirty="0">
                <a:solidFill>
                  <a:schemeClr val="tx1"/>
                </a:solidFill>
              </a:rPr>
              <a:t>Meru – E-commerce</a:t>
            </a:r>
            <a:endParaRPr lang="en-IN" dirty="0"/>
          </a:p>
          <a:p>
            <a:r>
              <a:rPr lang="en-IN" dirty="0"/>
              <a:t> </a:t>
            </a:r>
          </a:p>
        </p:txBody>
      </p:sp>
      <p:sp>
        <p:nvSpPr>
          <p:cNvPr id="7" name="Oval 6"/>
          <p:cNvSpPr/>
          <p:nvPr/>
        </p:nvSpPr>
        <p:spPr>
          <a:xfrm>
            <a:off x="2095875" y="3794232"/>
            <a:ext cx="1320334" cy="864271"/>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Product Search</a:t>
            </a:r>
          </a:p>
        </p:txBody>
      </p:sp>
      <p:sp>
        <p:nvSpPr>
          <p:cNvPr id="9" name="Oval 8"/>
          <p:cNvSpPr/>
          <p:nvPr/>
        </p:nvSpPr>
        <p:spPr>
          <a:xfrm>
            <a:off x="5839874" y="3783722"/>
            <a:ext cx="1458880" cy="883191"/>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Customer Profile</a:t>
            </a:r>
          </a:p>
        </p:txBody>
      </p:sp>
      <p:sp>
        <p:nvSpPr>
          <p:cNvPr id="14" name="Oval 13"/>
          <p:cNvSpPr/>
          <p:nvPr/>
        </p:nvSpPr>
        <p:spPr>
          <a:xfrm>
            <a:off x="178677" y="3746366"/>
            <a:ext cx="1454404" cy="910037"/>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Product Catalogue</a:t>
            </a:r>
          </a:p>
        </p:txBody>
      </p:sp>
      <p:sp>
        <p:nvSpPr>
          <p:cNvPr id="16" name="Oval 15"/>
          <p:cNvSpPr/>
          <p:nvPr/>
        </p:nvSpPr>
        <p:spPr>
          <a:xfrm>
            <a:off x="3935577" y="3758379"/>
            <a:ext cx="1436049" cy="91440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Store</a:t>
            </a:r>
          </a:p>
        </p:txBody>
      </p:sp>
      <p:pic>
        <p:nvPicPr>
          <p:cNvPr id="3" name="Picture 2"/>
          <p:cNvPicPr>
            <a:picLocks noChangeAspect="1"/>
          </p:cNvPicPr>
          <p:nvPr/>
        </p:nvPicPr>
        <p:blipFill>
          <a:blip r:embed="rId2"/>
          <a:stretch>
            <a:fillRect/>
          </a:stretch>
        </p:blipFill>
        <p:spPr>
          <a:xfrm>
            <a:off x="335283" y="1030015"/>
            <a:ext cx="1544195" cy="1343942"/>
          </a:xfrm>
          <a:prstGeom prst="rect">
            <a:avLst/>
          </a:prstGeom>
        </p:spPr>
      </p:pic>
      <p:sp>
        <p:nvSpPr>
          <p:cNvPr id="28" name="Rounded Rectangle 27"/>
          <p:cNvSpPr/>
          <p:nvPr/>
        </p:nvSpPr>
        <p:spPr>
          <a:xfrm>
            <a:off x="3036729" y="993107"/>
            <a:ext cx="2813024" cy="1072054"/>
          </a:xfrm>
          <a:prstGeom prst="roundRect">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UI Microservice</a:t>
            </a:r>
          </a:p>
          <a:p>
            <a:pPr algn="ctr"/>
            <a:endParaRPr lang="en-US" dirty="0"/>
          </a:p>
        </p:txBody>
      </p:sp>
      <p:cxnSp>
        <p:nvCxnSpPr>
          <p:cNvPr id="33" name="Straight Arrow Connector 32"/>
          <p:cNvCxnSpPr/>
          <p:nvPr/>
        </p:nvCxnSpPr>
        <p:spPr>
          <a:xfrm>
            <a:off x="1786759" y="1561079"/>
            <a:ext cx="1205006" cy="0"/>
          </a:xfrm>
          <a:prstGeom prst="straightConnector1">
            <a:avLst/>
          </a:prstGeom>
          <a:ln w="6350">
            <a:solidFill>
              <a:schemeClr val="accent2"/>
            </a:solidFill>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a:endCxn id="14" idx="0"/>
          </p:cNvCxnSpPr>
          <p:nvPr/>
        </p:nvCxnSpPr>
        <p:spPr>
          <a:xfrm flipH="1">
            <a:off x="905879" y="1868583"/>
            <a:ext cx="2130850" cy="1877783"/>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4986924" y="2064791"/>
            <a:ext cx="1700703" cy="1729441"/>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endCxn id="7" idx="0"/>
          </p:cNvCxnSpPr>
          <p:nvPr/>
        </p:nvCxnSpPr>
        <p:spPr>
          <a:xfrm flipH="1">
            <a:off x="2756042" y="2064791"/>
            <a:ext cx="851283" cy="1729441"/>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flipH="1">
            <a:off x="4541502" y="2092886"/>
            <a:ext cx="14906" cy="1652404"/>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a:stCxn id="14" idx="6"/>
          </p:cNvCxnSpPr>
          <p:nvPr/>
        </p:nvCxnSpPr>
        <p:spPr>
          <a:xfrm>
            <a:off x="1633081" y="4201385"/>
            <a:ext cx="426948" cy="11449"/>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a:stCxn id="7" idx="6"/>
          </p:cNvCxnSpPr>
          <p:nvPr/>
        </p:nvCxnSpPr>
        <p:spPr>
          <a:xfrm flipV="1">
            <a:off x="3416209" y="4220752"/>
            <a:ext cx="462794" cy="5616"/>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7" name="Straight Arrow Connector 46"/>
          <p:cNvCxnSpPr>
            <a:stCxn id="16" idx="6"/>
          </p:cNvCxnSpPr>
          <p:nvPr/>
        </p:nvCxnSpPr>
        <p:spPr>
          <a:xfrm>
            <a:off x="5371626" y="4215579"/>
            <a:ext cx="436087" cy="15683"/>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pic>
        <p:nvPicPr>
          <p:cNvPr id="20" name="Picture 19"/>
          <p:cNvPicPr>
            <a:picLocks noChangeAspect="1"/>
          </p:cNvPicPr>
          <p:nvPr/>
        </p:nvPicPr>
        <p:blipFill>
          <a:blip r:embed="rId3"/>
          <a:stretch>
            <a:fillRect/>
          </a:stretch>
        </p:blipFill>
        <p:spPr>
          <a:xfrm>
            <a:off x="7582083" y="3745290"/>
            <a:ext cx="1463167" cy="890093"/>
          </a:xfrm>
          <a:prstGeom prst="rect">
            <a:avLst/>
          </a:prstGeom>
        </p:spPr>
      </p:pic>
      <p:cxnSp>
        <p:nvCxnSpPr>
          <p:cNvPr id="31" name="Straight Arrow Connector 30"/>
          <p:cNvCxnSpPr>
            <a:endCxn id="20" idx="1"/>
          </p:cNvCxnSpPr>
          <p:nvPr/>
        </p:nvCxnSpPr>
        <p:spPr>
          <a:xfrm>
            <a:off x="7279245" y="4168289"/>
            <a:ext cx="302838" cy="22048"/>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p:nvPr/>
        </p:nvCxnSpPr>
        <p:spPr>
          <a:xfrm>
            <a:off x="5577869" y="2064791"/>
            <a:ext cx="2431014" cy="1729441"/>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497101" y="1862287"/>
            <a:ext cx="1436049" cy="91440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Shipping &amp;Delivery</a:t>
            </a:r>
          </a:p>
        </p:txBody>
      </p:sp>
      <p:cxnSp>
        <p:nvCxnSpPr>
          <p:cNvPr id="10" name="Straight Arrow Connector 9"/>
          <p:cNvCxnSpPr>
            <a:endCxn id="25" idx="2"/>
          </p:cNvCxnSpPr>
          <p:nvPr/>
        </p:nvCxnSpPr>
        <p:spPr>
          <a:xfrm>
            <a:off x="5849753" y="1858550"/>
            <a:ext cx="1647348" cy="460937"/>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3181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60376" y="108855"/>
            <a:ext cx="8229600" cy="784830"/>
          </a:xfrm>
        </p:spPr>
        <p:txBody>
          <a:bodyPr/>
          <a:lstStyle/>
          <a:p>
            <a:r>
              <a:rPr lang="en-IN" dirty="0"/>
              <a:t>Microservice </a:t>
            </a:r>
            <a:r>
              <a:rPr lang="en-US" dirty="0"/>
              <a:t>Aggregator Design</a:t>
            </a:r>
          </a:p>
          <a:p>
            <a:r>
              <a:rPr lang="en-IN" dirty="0"/>
              <a:t> </a:t>
            </a:r>
          </a:p>
        </p:txBody>
      </p:sp>
      <p:sp>
        <p:nvSpPr>
          <p:cNvPr id="7" name="Oval 6"/>
          <p:cNvSpPr/>
          <p:nvPr/>
        </p:nvSpPr>
        <p:spPr>
          <a:xfrm>
            <a:off x="2011781" y="2894812"/>
            <a:ext cx="1320334" cy="91236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Product</a:t>
            </a:r>
          </a:p>
        </p:txBody>
      </p:sp>
      <p:sp>
        <p:nvSpPr>
          <p:cNvPr id="9" name="Oval 8"/>
          <p:cNvSpPr/>
          <p:nvPr/>
        </p:nvSpPr>
        <p:spPr>
          <a:xfrm>
            <a:off x="5771978" y="2797464"/>
            <a:ext cx="1592117" cy="91440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Promotions</a:t>
            </a:r>
          </a:p>
        </p:txBody>
      </p:sp>
      <p:sp>
        <p:nvSpPr>
          <p:cNvPr id="14" name="Oval 13"/>
          <p:cNvSpPr/>
          <p:nvPr/>
        </p:nvSpPr>
        <p:spPr>
          <a:xfrm>
            <a:off x="3485785" y="716426"/>
            <a:ext cx="1489570" cy="105197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Product Catalogue</a:t>
            </a:r>
          </a:p>
        </p:txBody>
      </p:sp>
      <p:sp>
        <p:nvSpPr>
          <p:cNvPr id="16" name="Oval 15"/>
          <p:cNvSpPr/>
          <p:nvPr/>
        </p:nvSpPr>
        <p:spPr>
          <a:xfrm>
            <a:off x="3946080" y="2854501"/>
            <a:ext cx="1436049" cy="914400"/>
          </a:xfrm>
          <a:prstGeom prst="ellipse">
            <a:avLst/>
          </a:prstGeom>
          <a:solidFill>
            <a:schemeClr val="tx2">
              <a:lumMod val="40000"/>
              <a:lumOff val="60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IN" sz="1400" dirty="0">
                <a:solidFill>
                  <a:schemeClr val="tx1"/>
                </a:solidFill>
              </a:rPr>
              <a:t>Pricing</a:t>
            </a:r>
          </a:p>
        </p:txBody>
      </p:sp>
      <p:cxnSp>
        <p:nvCxnSpPr>
          <p:cNvPr id="37" name="Straight Arrow Connector 36"/>
          <p:cNvCxnSpPr/>
          <p:nvPr/>
        </p:nvCxnSpPr>
        <p:spPr>
          <a:xfrm>
            <a:off x="4896048" y="1501256"/>
            <a:ext cx="1461476" cy="1296208"/>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flipH="1">
            <a:off x="2844003" y="1606479"/>
            <a:ext cx="892046" cy="1288333"/>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p:cNvCxnSpPr/>
          <p:nvPr/>
        </p:nvCxnSpPr>
        <p:spPr>
          <a:xfrm>
            <a:off x="4467857" y="1768396"/>
            <a:ext cx="38342" cy="1086105"/>
          </a:xfrm>
          <a:prstGeom prst="straightConnector1">
            <a:avLst/>
          </a:prstGeom>
          <a:ln w="6350">
            <a:solidFill>
              <a:schemeClr val="accent2"/>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75356" y="893685"/>
            <a:ext cx="2232672" cy="369332"/>
          </a:xfrm>
          <a:prstGeom prst="rect">
            <a:avLst/>
          </a:prstGeom>
          <a:noFill/>
        </p:spPr>
        <p:txBody>
          <a:bodyPr wrap="square" rtlCol="0">
            <a:spAutoFit/>
          </a:bodyPr>
          <a:lstStyle/>
          <a:p>
            <a:r>
              <a:rPr lang="en-US" dirty="0"/>
              <a:t>Aggregator Service</a:t>
            </a:r>
            <a:endParaRPr lang="en-US" sz="1400" dirty="0">
              <a:solidFill>
                <a:schemeClr val="accent2"/>
              </a:solidFill>
              <a:latin typeface="Arial" panose="020B0604020202020204" pitchFamily="34" charset="0"/>
              <a:cs typeface="Arial" panose="020B0604020202020204" pitchFamily="34" charset="0"/>
            </a:endParaRPr>
          </a:p>
        </p:txBody>
      </p:sp>
      <p:sp>
        <p:nvSpPr>
          <p:cNvPr id="15" name="TextBox 14"/>
          <p:cNvSpPr txBox="1"/>
          <p:nvPr/>
        </p:nvSpPr>
        <p:spPr>
          <a:xfrm>
            <a:off x="945932" y="4109545"/>
            <a:ext cx="7325710" cy="677108"/>
          </a:xfrm>
          <a:prstGeom prst="rect">
            <a:avLst/>
          </a:prstGeom>
          <a:noFill/>
        </p:spPr>
        <p:txBody>
          <a:bodyPr wrap="square" rtlCol="0">
            <a:spAutoFit/>
          </a:bodyPr>
          <a:lstStyle/>
          <a:p>
            <a:pPr marL="171450" indent="-171450">
              <a:buFont typeface="Wingdings" panose="05000000000000000000" pitchFamily="2" charset="2"/>
              <a:buChar char="§"/>
            </a:pPr>
            <a:r>
              <a:rPr lang="en-US" sz="1000" dirty="0">
                <a:solidFill>
                  <a:srgbClr val="FF0000"/>
                </a:solidFill>
              </a:rPr>
              <a:t>The user makes a single call to the Aggregator, and the aggregator then calls each relevant microservice and collects the data, apply business logic to it, and further publish is as a REST Endpoint.</a:t>
            </a:r>
          </a:p>
          <a:p>
            <a:pPr marL="171450" indent="-171450">
              <a:buFont typeface="Wingdings" panose="05000000000000000000" pitchFamily="2" charset="2"/>
              <a:buChar char="§"/>
            </a:pPr>
            <a:r>
              <a:rPr lang="en-US" sz="1000" dirty="0">
                <a:solidFill>
                  <a:srgbClr val="FF0000"/>
                </a:solidFill>
              </a:rPr>
              <a:t>In this case each microservice is dependent/ chained to a series of other </a:t>
            </a:r>
            <a:r>
              <a:rPr lang="en-US" sz="1000" dirty="0" err="1">
                <a:solidFill>
                  <a:srgbClr val="FF0000"/>
                </a:solidFill>
              </a:rPr>
              <a:t>microservices</a:t>
            </a:r>
            <a:r>
              <a:rPr lang="en-US" dirty="0"/>
              <a:t>.</a:t>
            </a:r>
          </a:p>
        </p:txBody>
      </p:sp>
    </p:spTree>
    <p:extLst>
      <p:ext uri="{BB962C8B-B14F-4D97-AF65-F5344CB8AC3E}">
        <p14:creationId xmlns:p14="http://schemas.microsoft.com/office/powerpoint/2010/main" val="40642982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7538" y="2025771"/>
            <a:ext cx="912777" cy="912777"/>
          </a:xfrm>
          <a:prstGeom prst="rect">
            <a:avLst/>
          </a:prstGeom>
        </p:spPr>
      </p:pic>
      <p:sp>
        <p:nvSpPr>
          <p:cNvPr id="7" name="Rectangle 6"/>
          <p:cNvSpPr/>
          <p:nvPr/>
        </p:nvSpPr>
        <p:spPr>
          <a:xfrm>
            <a:off x="2213264" y="1639684"/>
            <a:ext cx="1070264" cy="1714500"/>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b="1" dirty="0"/>
              <a:t>API Gateway</a:t>
            </a:r>
          </a:p>
          <a:p>
            <a:pPr algn="ctr"/>
            <a:r>
              <a:rPr lang="en-US" sz="1350" dirty="0"/>
              <a:t>(Router &amp; Load Balancer)</a:t>
            </a:r>
          </a:p>
        </p:txBody>
      </p:sp>
      <p:sp>
        <p:nvSpPr>
          <p:cNvPr id="14" name="Right Arrow 13"/>
          <p:cNvSpPr/>
          <p:nvPr/>
        </p:nvSpPr>
        <p:spPr>
          <a:xfrm>
            <a:off x="1444338" y="2231966"/>
            <a:ext cx="665018" cy="758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Left Arrow 14"/>
          <p:cNvSpPr/>
          <p:nvPr/>
        </p:nvSpPr>
        <p:spPr>
          <a:xfrm>
            <a:off x="1444338" y="2429393"/>
            <a:ext cx="665018" cy="5195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15"/>
          <p:cNvSpPr/>
          <p:nvPr/>
        </p:nvSpPr>
        <p:spPr>
          <a:xfrm>
            <a:off x="2182092" y="3948580"/>
            <a:ext cx="1101436" cy="706582"/>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Registry</a:t>
            </a:r>
          </a:p>
        </p:txBody>
      </p:sp>
      <p:cxnSp>
        <p:nvCxnSpPr>
          <p:cNvPr id="18" name="Straight Arrow Connector 17"/>
          <p:cNvCxnSpPr/>
          <p:nvPr/>
        </p:nvCxnSpPr>
        <p:spPr>
          <a:xfrm>
            <a:off x="2504210" y="3447702"/>
            <a:ext cx="0" cy="44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05546" y="3447702"/>
            <a:ext cx="0" cy="446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831273" y="3608796"/>
            <a:ext cx="1471126" cy="253916"/>
          </a:xfrm>
          <a:prstGeom prst="rect">
            <a:avLst/>
          </a:prstGeom>
          <a:noFill/>
        </p:spPr>
        <p:txBody>
          <a:bodyPr wrap="square" rtlCol="0">
            <a:spAutoFit/>
          </a:bodyPr>
          <a:lstStyle/>
          <a:p>
            <a:r>
              <a:rPr lang="en-US" sz="1050" dirty="0"/>
              <a:t>Lookup </a:t>
            </a:r>
            <a:r>
              <a:rPr lang="en-US" sz="1050" dirty="0" err="1"/>
              <a:t>Microservice</a:t>
            </a:r>
            <a:endParaRPr lang="en-US" sz="1050" dirty="0"/>
          </a:p>
        </p:txBody>
      </p:sp>
      <p:sp>
        <p:nvSpPr>
          <p:cNvPr id="24" name="Rounded Rectangle 23"/>
          <p:cNvSpPr/>
          <p:nvPr/>
        </p:nvSpPr>
        <p:spPr>
          <a:xfrm>
            <a:off x="4873337" y="1059873"/>
            <a:ext cx="1132609" cy="64423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Product Service</a:t>
            </a:r>
          </a:p>
        </p:txBody>
      </p:sp>
      <p:sp>
        <p:nvSpPr>
          <p:cNvPr id="25" name="Rounded Rectangle 24"/>
          <p:cNvSpPr/>
          <p:nvPr/>
        </p:nvSpPr>
        <p:spPr>
          <a:xfrm>
            <a:off x="4873337" y="1852698"/>
            <a:ext cx="1132609" cy="64423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Order Service</a:t>
            </a:r>
          </a:p>
        </p:txBody>
      </p:sp>
      <p:sp>
        <p:nvSpPr>
          <p:cNvPr id="26" name="Rounded Rectangle 25"/>
          <p:cNvSpPr/>
          <p:nvPr/>
        </p:nvSpPr>
        <p:spPr>
          <a:xfrm>
            <a:off x="4873337" y="2688711"/>
            <a:ext cx="1132609" cy="64423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Billing Se</a:t>
            </a:r>
          </a:p>
        </p:txBody>
      </p:sp>
      <p:sp>
        <p:nvSpPr>
          <p:cNvPr id="27" name="Rounded Rectangle 26"/>
          <p:cNvSpPr/>
          <p:nvPr/>
        </p:nvSpPr>
        <p:spPr>
          <a:xfrm>
            <a:off x="4873337" y="3572394"/>
            <a:ext cx="1132609" cy="64423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Shipping Services</a:t>
            </a:r>
          </a:p>
        </p:txBody>
      </p:sp>
      <p:sp>
        <p:nvSpPr>
          <p:cNvPr id="28" name="Flowchart: Magnetic Disk 27"/>
          <p:cNvSpPr/>
          <p:nvPr/>
        </p:nvSpPr>
        <p:spPr>
          <a:xfrm>
            <a:off x="6660572" y="1059873"/>
            <a:ext cx="789710" cy="550718"/>
          </a:xfrm>
          <a:prstGeom prst="flowChartMagneticDisk">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Product DB</a:t>
            </a:r>
          </a:p>
        </p:txBody>
      </p:sp>
      <p:sp>
        <p:nvSpPr>
          <p:cNvPr id="31" name="Flowchart: Magnetic Disk 30"/>
          <p:cNvSpPr/>
          <p:nvPr/>
        </p:nvSpPr>
        <p:spPr>
          <a:xfrm>
            <a:off x="6691745" y="1811134"/>
            <a:ext cx="789710" cy="550718"/>
          </a:xfrm>
          <a:prstGeom prst="flowChartMagneticDisk">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Order DB</a:t>
            </a:r>
          </a:p>
        </p:txBody>
      </p:sp>
      <p:sp>
        <p:nvSpPr>
          <p:cNvPr id="32" name="Flowchart: Magnetic Disk 31"/>
          <p:cNvSpPr/>
          <p:nvPr/>
        </p:nvSpPr>
        <p:spPr>
          <a:xfrm>
            <a:off x="6691745" y="2688710"/>
            <a:ext cx="789710" cy="550718"/>
          </a:xfrm>
          <a:prstGeom prst="flowChartMagneticDisk">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dirty="0"/>
              <a:t>Billing DB</a:t>
            </a:r>
          </a:p>
        </p:txBody>
      </p:sp>
      <p:sp>
        <p:nvSpPr>
          <p:cNvPr id="33" name="Flowchart: Magnetic Disk 32"/>
          <p:cNvSpPr/>
          <p:nvPr/>
        </p:nvSpPr>
        <p:spPr>
          <a:xfrm>
            <a:off x="6691745" y="3572393"/>
            <a:ext cx="789710" cy="550718"/>
          </a:xfrm>
          <a:prstGeom prst="flowChartMagneticDisk">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50"/>
              <a:t>Shipping </a:t>
            </a:r>
            <a:r>
              <a:rPr lang="en-US" sz="1350" dirty="0"/>
              <a:t>DB</a:t>
            </a:r>
          </a:p>
        </p:txBody>
      </p:sp>
      <p:cxnSp>
        <p:nvCxnSpPr>
          <p:cNvPr id="35" name="Straight Arrow Connector 34"/>
          <p:cNvCxnSpPr/>
          <p:nvPr/>
        </p:nvCxnSpPr>
        <p:spPr>
          <a:xfrm>
            <a:off x="6141028" y="1335232"/>
            <a:ext cx="436418"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6141027" y="2081298"/>
            <a:ext cx="436418"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6141027" y="2933353"/>
            <a:ext cx="436418"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6141027" y="3863339"/>
            <a:ext cx="436418" cy="0"/>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6141027" y="1465118"/>
            <a:ext cx="436418" cy="103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141027" y="2231966"/>
            <a:ext cx="436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flipH="1">
            <a:off x="6141027" y="3010828"/>
            <a:ext cx="436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6141027" y="3948580"/>
            <a:ext cx="4364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V="1">
            <a:off x="3460173" y="1381990"/>
            <a:ext cx="1257300" cy="4707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3460174" y="2217417"/>
            <a:ext cx="1142999" cy="1808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3449785" y="2938548"/>
            <a:ext cx="11533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460173" y="3332946"/>
            <a:ext cx="1257300" cy="530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H="1">
            <a:off x="3491347" y="1475509"/>
            <a:ext cx="1226126" cy="467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a:off x="3491347" y="2321848"/>
            <a:ext cx="1096240" cy="1501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flipH="1" flipV="1">
            <a:off x="3418609" y="3002869"/>
            <a:ext cx="1184564" cy="79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H="1" flipV="1">
            <a:off x="3408218" y="3377045"/>
            <a:ext cx="1179368" cy="517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a:off x="2069983" y="1084059"/>
            <a:ext cx="1471126" cy="253916"/>
          </a:xfrm>
          <a:prstGeom prst="rect">
            <a:avLst/>
          </a:prstGeom>
          <a:noFill/>
        </p:spPr>
        <p:txBody>
          <a:bodyPr wrap="square" rtlCol="0">
            <a:spAutoFit/>
          </a:bodyPr>
          <a:lstStyle/>
          <a:p>
            <a:r>
              <a:rPr lang="en-US" sz="1050" dirty="0"/>
              <a:t>https://meru.com</a:t>
            </a:r>
          </a:p>
        </p:txBody>
      </p:sp>
      <p:sp>
        <p:nvSpPr>
          <p:cNvPr id="72" name="Rectangle 71"/>
          <p:cNvSpPr/>
          <p:nvPr/>
        </p:nvSpPr>
        <p:spPr>
          <a:xfrm>
            <a:off x="4717474" y="779318"/>
            <a:ext cx="3231572" cy="36991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2" name="TextBox 81"/>
          <p:cNvSpPr txBox="1"/>
          <p:nvPr/>
        </p:nvSpPr>
        <p:spPr>
          <a:xfrm>
            <a:off x="4953460" y="1646071"/>
            <a:ext cx="1471126" cy="253916"/>
          </a:xfrm>
          <a:prstGeom prst="rect">
            <a:avLst/>
          </a:prstGeom>
          <a:noFill/>
        </p:spPr>
        <p:txBody>
          <a:bodyPr wrap="square" rtlCol="0">
            <a:spAutoFit/>
          </a:bodyPr>
          <a:lstStyle/>
          <a:p>
            <a:r>
              <a:rPr lang="en-US" sz="1050" dirty="0"/>
              <a:t>/prod</a:t>
            </a:r>
          </a:p>
        </p:txBody>
      </p:sp>
      <p:sp>
        <p:nvSpPr>
          <p:cNvPr id="83" name="TextBox 82"/>
          <p:cNvSpPr txBox="1"/>
          <p:nvPr/>
        </p:nvSpPr>
        <p:spPr>
          <a:xfrm>
            <a:off x="4857752" y="2425499"/>
            <a:ext cx="1471126" cy="253916"/>
          </a:xfrm>
          <a:prstGeom prst="rect">
            <a:avLst/>
          </a:prstGeom>
          <a:noFill/>
        </p:spPr>
        <p:txBody>
          <a:bodyPr wrap="square" rtlCol="0">
            <a:spAutoFit/>
          </a:bodyPr>
          <a:lstStyle/>
          <a:p>
            <a:r>
              <a:rPr lang="en-US" sz="1050" dirty="0"/>
              <a:t>/order</a:t>
            </a:r>
          </a:p>
        </p:txBody>
      </p:sp>
      <p:sp>
        <p:nvSpPr>
          <p:cNvPr id="84" name="TextBox 83"/>
          <p:cNvSpPr txBox="1"/>
          <p:nvPr/>
        </p:nvSpPr>
        <p:spPr>
          <a:xfrm>
            <a:off x="4922287" y="3321667"/>
            <a:ext cx="1471126" cy="253916"/>
          </a:xfrm>
          <a:prstGeom prst="rect">
            <a:avLst/>
          </a:prstGeom>
          <a:noFill/>
        </p:spPr>
        <p:txBody>
          <a:bodyPr wrap="square" rtlCol="0">
            <a:spAutoFit/>
          </a:bodyPr>
          <a:lstStyle/>
          <a:p>
            <a:r>
              <a:rPr lang="en-US" sz="1050" dirty="0"/>
              <a:t>/billing</a:t>
            </a:r>
          </a:p>
        </p:txBody>
      </p:sp>
      <p:sp>
        <p:nvSpPr>
          <p:cNvPr id="85" name="TextBox 84"/>
          <p:cNvSpPr txBox="1"/>
          <p:nvPr/>
        </p:nvSpPr>
        <p:spPr>
          <a:xfrm>
            <a:off x="4888110" y="4201574"/>
            <a:ext cx="1471126" cy="253916"/>
          </a:xfrm>
          <a:prstGeom prst="rect">
            <a:avLst/>
          </a:prstGeom>
          <a:noFill/>
        </p:spPr>
        <p:txBody>
          <a:bodyPr wrap="square" rtlCol="0">
            <a:spAutoFit/>
          </a:bodyPr>
          <a:lstStyle/>
          <a:p>
            <a:r>
              <a:rPr lang="en-US" sz="1050" dirty="0"/>
              <a:t>/shipping</a:t>
            </a:r>
          </a:p>
        </p:txBody>
      </p:sp>
      <p:sp>
        <p:nvSpPr>
          <p:cNvPr id="92" name="Left Arrow 91"/>
          <p:cNvSpPr/>
          <p:nvPr/>
        </p:nvSpPr>
        <p:spPr>
          <a:xfrm>
            <a:off x="3429001" y="4312124"/>
            <a:ext cx="1174172" cy="13057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p:cNvSpPr txBox="1"/>
          <p:nvPr/>
        </p:nvSpPr>
        <p:spPr>
          <a:xfrm>
            <a:off x="3418609" y="4571872"/>
            <a:ext cx="1471126" cy="253916"/>
          </a:xfrm>
          <a:prstGeom prst="rect">
            <a:avLst/>
          </a:prstGeom>
          <a:noFill/>
        </p:spPr>
        <p:txBody>
          <a:bodyPr wrap="square" rtlCol="0">
            <a:spAutoFit/>
          </a:bodyPr>
          <a:lstStyle/>
          <a:p>
            <a:r>
              <a:rPr lang="en-US" sz="1050" dirty="0"/>
              <a:t>Register All Services</a:t>
            </a:r>
          </a:p>
        </p:txBody>
      </p:sp>
      <p:sp>
        <p:nvSpPr>
          <p:cNvPr id="94" name="TextBox 93"/>
          <p:cNvSpPr txBox="1"/>
          <p:nvPr/>
        </p:nvSpPr>
        <p:spPr>
          <a:xfrm>
            <a:off x="3429000" y="2006617"/>
            <a:ext cx="1471126" cy="415498"/>
          </a:xfrm>
          <a:prstGeom prst="rect">
            <a:avLst/>
          </a:prstGeom>
          <a:noFill/>
        </p:spPr>
        <p:txBody>
          <a:bodyPr wrap="square" rtlCol="0">
            <a:spAutoFit/>
          </a:bodyPr>
          <a:lstStyle/>
          <a:p>
            <a:pPr marL="214313" indent="-214313">
              <a:buFont typeface="Wingdings" panose="05000000000000000000" pitchFamily="2" charset="2"/>
              <a:buChar char="§"/>
            </a:pPr>
            <a:r>
              <a:rPr lang="en-US" sz="1050" dirty="0"/>
              <a:t>Get Order</a:t>
            </a:r>
          </a:p>
          <a:p>
            <a:pPr marL="214313" indent="-214313">
              <a:buFont typeface="Wingdings" panose="05000000000000000000" pitchFamily="2" charset="2"/>
              <a:buChar char="§"/>
            </a:pPr>
            <a:r>
              <a:rPr lang="en-US" sz="1050" dirty="0"/>
              <a:t>Search Order</a:t>
            </a:r>
          </a:p>
        </p:txBody>
      </p:sp>
      <p:sp>
        <p:nvSpPr>
          <p:cNvPr id="95" name="TextBox 94"/>
          <p:cNvSpPr txBox="1"/>
          <p:nvPr/>
        </p:nvSpPr>
        <p:spPr>
          <a:xfrm>
            <a:off x="3408219" y="1144352"/>
            <a:ext cx="1471126" cy="415498"/>
          </a:xfrm>
          <a:prstGeom prst="rect">
            <a:avLst/>
          </a:prstGeom>
          <a:noFill/>
        </p:spPr>
        <p:txBody>
          <a:bodyPr wrap="square" rtlCol="0">
            <a:spAutoFit/>
          </a:bodyPr>
          <a:lstStyle/>
          <a:p>
            <a:pPr marL="214313" indent="-214313">
              <a:buFont typeface="Wingdings" panose="05000000000000000000" pitchFamily="2" charset="2"/>
              <a:buChar char="§"/>
            </a:pPr>
            <a:r>
              <a:rPr lang="en-US" sz="1050" dirty="0"/>
              <a:t>1.Search Product</a:t>
            </a:r>
          </a:p>
          <a:p>
            <a:pPr marL="214313" indent="-214313">
              <a:buFont typeface="Wingdings" panose="05000000000000000000" pitchFamily="2" charset="2"/>
              <a:buChar char="§"/>
            </a:pPr>
            <a:r>
              <a:rPr lang="en-US" sz="1050" dirty="0"/>
              <a:t>Select Product</a:t>
            </a:r>
          </a:p>
        </p:txBody>
      </p:sp>
      <p:sp>
        <p:nvSpPr>
          <p:cNvPr id="96" name="TextBox 95"/>
          <p:cNvSpPr txBox="1"/>
          <p:nvPr/>
        </p:nvSpPr>
        <p:spPr>
          <a:xfrm>
            <a:off x="3460174" y="3006848"/>
            <a:ext cx="1471126" cy="253916"/>
          </a:xfrm>
          <a:prstGeom prst="rect">
            <a:avLst/>
          </a:prstGeom>
          <a:noFill/>
        </p:spPr>
        <p:txBody>
          <a:bodyPr wrap="square" rtlCol="0">
            <a:spAutoFit/>
          </a:bodyPr>
          <a:lstStyle/>
          <a:p>
            <a:pPr marL="214313" indent="-214313">
              <a:buFont typeface="Wingdings" panose="05000000000000000000" pitchFamily="2" charset="2"/>
              <a:buChar char="§"/>
            </a:pPr>
            <a:r>
              <a:rPr lang="en-US" sz="1050" dirty="0"/>
              <a:t>5. Placed Order</a:t>
            </a:r>
          </a:p>
        </p:txBody>
      </p:sp>
      <p:sp>
        <p:nvSpPr>
          <p:cNvPr id="97" name="TextBox 96"/>
          <p:cNvSpPr txBox="1"/>
          <p:nvPr/>
        </p:nvSpPr>
        <p:spPr>
          <a:xfrm>
            <a:off x="3429000" y="3651406"/>
            <a:ext cx="1471126" cy="415498"/>
          </a:xfrm>
          <a:prstGeom prst="rect">
            <a:avLst/>
          </a:prstGeom>
          <a:noFill/>
        </p:spPr>
        <p:txBody>
          <a:bodyPr wrap="square" rtlCol="0">
            <a:spAutoFit/>
          </a:bodyPr>
          <a:lstStyle/>
          <a:p>
            <a:pPr marL="214313" indent="-214313">
              <a:buFont typeface="Wingdings" panose="05000000000000000000" pitchFamily="2" charset="2"/>
              <a:buChar char="§"/>
            </a:pPr>
            <a:r>
              <a:rPr lang="en-US" sz="1050" dirty="0"/>
              <a:t>Shipped Order</a:t>
            </a:r>
          </a:p>
          <a:p>
            <a:pPr marL="214313" indent="-214313">
              <a:buFont typeface="Wingdings" panose="05000000000000000000" pitchFamily="2" charset="2"/>
              <a:buChar char="§"/>
            </a:pPr>
            <a:r>
              <a:rPr lang="en-US" sz="1050" dirty="0"/>
              <a:t>Trace Order</a:t>
            </a:r>
          </a:p>
        </p:txBody>
      </p:sp>
      <p:sp>
        <p:nvSpPr>
          <p:cNvPr id="4" name="Rectangle 3"/>
          <p:cNvSpPr/>
          <p:nvPr/>
        </p:nvSpPr>
        <p:spPr>
          <a:xfrm>
            <a:off x="0" y="0"/>
            <a:ext cx="3804745" cy="388883"/>
          </a:xfrm>
          <a:prstGeom prst="rect">
            <a:avLst/>
          </a:prstGeom>
          <a:solidFill>
            <a:schemeClr val="bg1">
              <a:lumMod val="65000"/>
            </a:schemeClr>
          </a:solidFill>
          <a:ln w="63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API Flow</a:t>
            </a:r>
          </a:p>
        </p:txBody>
      </p:sp>
    </p:spTree>
    <p:extLst>
      <p:ext uri="{BB962C8B-B14F-4D97-AF65-F5344CB8AC3E}">
        <p14:creationId xmlns:p14="http://schemas.microsoft.com/office/powerpoint/2010/main" val="1286729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0390" y="0"/>
          <a:ext cx="9269007" cy="10226040"/>
        </p:xfrm>
        <a:graphic>
          <a:graphicData uri="http://schemas.openxmlformats.org/drawingml/2006/table">
            <a:tbl>
              <a:tblPr firstRow="1" bandRow="1">
                <a:tableStyleId>{5C22544A-7EE6-4342-B048-85BDC9FD1C3A}</a:tableStyleId>
              </a:tblPr>
              <a:tblGrid>
                <a:gridCol w="1575435">
                  <a:extLst>
                    <a:ext uri="{9D8B030D-6E8A-4147-A177-3AD203B41FA5}">
                      <a16:colId xmlns:a16="http://schemas.microsoft.com/office/drawing/2014/main" val="1442663255"/>
                    </a:ext>
                  </a:extLst>
                </a:gridCol>
                <a:gridCol w="791739">
                  <a:extLst>
                    <a:ext uri="{9D8B030D-6E8A-4147-A177-3AD203B41FA5}">
                      <a16:colId xmlns:a16="http://schemas.microsoft.com/office/drawing/2014/main" val="1743421613"/>
                    </a:ext>
                  </a:extLst>
                </a:gridCol>
                <a:gridCol w="1940950">
                  <a:extLst>
                    <a:ext uri="{9D8B030D-6E8A-4147-A177-3AD203B41FA5}">
                      <a16:colId xmlns:a16="http://schemas.microsoft.com/office/drawing/2014/main" val="3190066126"/>
                    </a:ext>
                  </a:extLst>
                </a:gridCol>
                <a:gridCol w="1408386">
                  <a:extLst>
                    <a:ext uri="{9D8B030D-6E8A-4147-A177-3AD203B41FA5}">
                      <a16:colId xmlns:a16="http://schemas.microsoft.com/office/drawing/2014/main" val="3933248800"/>
                    </a:ext>
                  </a:extLst>
                </a:gridCol>
                <a:gridCol w="1156138">
                  <a:extLst>
                    <a:ext uri="{9D8B030D-6E8A-4147-A177-3AD203B41FA5}">
                      <a16:colId xmlns:a16="http://schemas.microsoft.com/office/drawing/2014/main" val="4075268255"/>
                    </a:ext>
                  </a:extLst>
                </a:gridCol>
                <a:gridCol w="2396359">
                  <a:extLst>
                    <a:ext uri="{9D8B030D-6E8A-4147-A177-3AD203B41FA5}">
                      <a16:colId xmlns:a16="http://schemas.microsoft.com/office/drawing/2014/main" val="2616012772"/>
                    </a:ext>
                  </a:extLst>
                </a:gridCol>
              </a:tblGrid>
              <a:tr h="401746">
                <a:tc>
                  <a:txBody>
                    <a:bodyPr/>
                    <a:lstStyle/>
                    <a:p>
                      <a:r>
                        <a:rPr lang="en-US" sz="1400" dirty="0"/>
                        <a:t>API’s</a:t>
                      </a:r>
                    </a:p>
                  </a:txBody>
                  <a:tcPr marL="68580" marR="68580" marT="34290" marB="34290"/>
                </a:tc>
                <a:tc>
                  <a:txBody>
                    <a:bodyPr/>
                    <a:lstStyle/>
                    <a:p>
                      <a:r>
                        <a:rPr lang="en-US" sz="1400"/>
                        <a:t>METHOD</a:t>
                      </a:r>
                      <a:endParaRPr lang="en-US" sz="1400" dirty="0"/>
                    </a:p>
                  </a:txBody>
                  <a:tcPr marL="68580" marR="68580" marT="34290" marB="34290"/>
                </a:tc>
                <a:tc>
                  <a:txBody>
                    <a:bodyPr/>
                    <a:lstStyle/>
                    <a:p>
                      <a:r>
                        <a:rPr lang="en-US" sz="1400"/>
                        <a:t>URL</a:t>
                      </a:r>
                      <a:endParaRPr lang="en-US" sz="1400" dirty="0"/>
                    </a:p>
                  </a:txBody>
                  <a:tcPr marL="68580" marR="68580" marT="34290" marB="34290"/>
                </a:tc>
                <a:tc>
                  <a:txBody>
                    <a:bodyPr/>
                    <a:lstStyle/>
                    <a:p>
                      <a:r>
                        <a:rPr lang="en-US" sz="1400"/>
                        <a:t>REQUEST</a:t>
                      </a:r>
                      <a:endParaRPr lang="en-US" sz="1400" dirty="0"/>
                    </a:p>
                  </a:txBody>
                  <a:tcPr marL="68580" marR="68580" marT="34290" marB="34290"/>
                </a:tc>
                <a:tc>
                  <a:txBody>
                    <a:bodyPr/>
                    <a:lstStyle/>
                    <a:p>
                      <a:r>
                        <a:rPr lang="en-US" sz="1400"/>
                        <a:t>HTTP STATUS</a:t>
                      </a:r>
                      <a:endParaRPr lang="en-US" sz="1400" dirty="0"/>
                    </a:p>
                  </a:txBody>
                  <a:tcPr marL="68580" marR="68580" marT="34290" marB="34290"/>
                </a:tc>
                <a:tc>
                  <a:txBody>
                    <a:bodyPr/>
                    <a:lstStyle/>
                    <a:p>
                      <a:r>
                        <a:rPr lang="en-US" sz="1400"/>
                        <a:t>RESPONSE</a:t>
                      </a:r>
                      <a:endParaRPr lang="en-US" sz="1400" dirty="0"/>
                    </a:p>
                  </a:txBody>
                  <a:tcPr marL="68580" marR="68580" marT="34290" marB="34290"/>
                </a:tc>
                <a:extLst>
                  <a:ext uri="{0D108BD9-81ED-4DB2-BD59-A6C34878D82A}">
                    <a16:rowId xmlns:a16="http://schemas.microsoft.com/office/drawing/2014/main" val="3853153056"/>
                  </a:ext>
                </a:extLst>
              </a:tr>
              <a:tr h="2824585">
                <a:tc>
                  <a:txBody>
                    <a:bodyPr/>
                    <a:lstStyle/>
                    <a:p>
                      <a:r>
                        <a:rPr lang="en-US" sz="1400" dirty="0"/>
                        <a:t>List</a:t>
                      </a:r>
                      <a:r>
                        <a:rPr lang="en-US" sz="1400" baseline="0" dirty="0"/>
                        <a:t> ALL Product</a:t>
                      </a:r>
                      <a:endParaRPr lang="en-US" sz="1400" dirty="0"/>
                    </a:p>
                  </a:txBody>
                  <a:tcPr marL="68580" marR="68580" marT="34290" marB="34290"/>
                </a:tc>
                <a:tc>
                  <a:txBody>
                    <a:bodyPr/>
                    <a:lstStyle/>
                    <a:p>
                      <a:r>
                        <a:rPr lang="en-US" sz="1400" dirty="0"/>
                        <a:t>GET</a:t>
                      </a:r>
                    </a:p>
                  </a:txBody>
                  <a:tcPr marL="68580" marR="68580" marT="34290" marB="34290"/>
                </a:tc>
                <a:tc>
                  <a:txBody>
                    <a:bodyPr/>
                    <a:lstStyle/>
                    <a:p>
                      <a:r>
                        <a:rPr lang="en-US" sz="1400" dirty="0"/>
                        <a:t>{base-</a:t>
                      </a:r>
                      <a:r>
                        <a:rPr lang="en-US" sz="1400" dirty="0" err="1"/>
                        <a:t>url</a:t>
                      </a:r>
                      <a:r>
                        <a:rPr lang="en-US" sz="1400" dirty="0"/>
                        <a:t>}/prod/v1.0/product</a:t>
                      </a:r>
                    </a:p>
                  </a:txBody>
                  <a:tcPr marL="68580" marR="68580" marT="34290" marB="34290"/>
                </a:tc>
                <a:tc>
                  <a:txBody>
                    <a:bodyPr/>
                    <a:lstStyle/>
                    <a:p>
                      <a:r>
                        <a:rPr lang="en-US" sz="1400"/>
                        <a:t>Not need </a:t>
                      </a:r>
                      <a:endParaRPr lang="en-US" sz="1400" dirty="0"/>
                    </a:p>
                  </a:txBody>
                  <a:tcPr marL="68580" marR="68580" marT="34290" marB="34290"/>
                </a:tc>
                <a:tc>
                  <a:txBody>
                    <a:bodyPr/>
                    <a:lstStyle/>
                    <a:p>
                      <a:r>
                        <a:rPr lang="en-US" sz="1400" dirty="0"/>
                        <a:t>200 OK</a:t>
                      </a:r>
                    </a:p>
                  </a:txBody>
                  <a:tcPr marL="68580" marR="68580" marT="34290" marB="34290"/>
                </a:tc>
                <a:tc>
                  <a:txBody>
                    <a:bodyPr/>
                    <a:lstStyle/>
                    <a:p>
                      <a:r>
                        <a:rPr lang="en-US" sz="1400"/>
                        <a:t>[{</a:t>
                      </a:r>
                    </a:p>
                    <a:p>
                      <a:r>
                        <a:rPr lang="en-US" sz="1400"/>
                        <a:t>"id":101,</a:t>
                      </a:r>
                    </a:p>
                    <a:p>
                      <a:r>
                        <a:rPr lang="en-US" sz="1400"/>
                        <a:t>"name":"Pen Drive 32 GB",</a:t>
                      </a:r>
                    </a:p>
                    <a:p>
                      <a:r>
                        <a:rPr lang="en-US" sz="1400"/>
                        <a:t>"description":"Pen Drive 32 GB",</a:t>
                      </a:r>
                    </a:p>
                    <a:p>
                      <a:r>
                        <a:rPr lang="en-US" sz="1400"/>
                        <a:t>"price":450</a:t>
                      </a:r>
                    </a:p>
                    <a:p>
                      <a:r>
                        <a:rPr lang="en-US" sz="1400"/>
                        <a:t>}</a:t>
                      </a:r>
                    </a:p>
                    <a:p>
                      <a:r>
                        <a:rPr lang="en-US" sz="1400"/>
                        <a:t>{</a:t>
                      </a:r>
                    </a:p>
                    <a:p>
                      <a:r>
                        <a:rPr lang="en-US" sz="1400"/>
                        <a:t>"id":102,</a:t>
                      </a:r>
                    </a:p>
                    <a:p>
                      <a:r>
                        <a:rPr lang="en-US" sz="1400"/>
                        <a:t>"name":"SSD Harddrive 1TB",</a:t>
                      </a:r>
                    </a:p>
                    <a:p>
                      <a:r>
                        <a:rPr lang="en-US" sz="1400"/>
                        <a:t>"description":"SSD Harddrive 1TB",</a:t>
                      </a:r>
                    </a:p>
                    <a:p>
                      <a:r>
                        <a:rPr lang="en-US" sz="1400"/>
                        <a:t>"price":4050</a:t>
                      </a:r>
                    </a:p>
                    <a:p>
                      <a:r>
                        <a:rPr lang="en-US" sz="1400"/>
                        <a:t>}</a:t>
                      </a:r>
                    </a:p>
                    <a:p>
                      <a:r>
                        <a:rPr lang="en-US" sz="1400"/>
                        <a:t>]</a:t>
                      </a:r>
                      <a:endParaRPr lang="en-US" sz="1400" dirty="0"/>
                    </a:p>
                  </a:txBody>
                  <a:tcPr marL="68580" marR="68580" marT="34290" marB="34290"/>
                </a:tc>
                <a:extLst>
                  <a:ext uri="{0D108BD9-81ED-4DB2-BD59-A6C34878D82A}">
                    <a16:rowId xmlns:a16="http://schemas.microsoft.com/office/drawing/2014/main" val="2030377888"/>
                  </a:ext>
                </a:extLst>
              </a:tr>
              <a:tr h="1267046">
                <a:tc>
                  <a:txBody>
                    <a:bodyPr/>
                    <a:lstStyle/>
                    <a:p>
                      <a:r>
                        <a:rPr lang="en-US" sz="1400"/>
                        <a:t>Search Product</a:t>
                      </a:r>
                      <a:endParaRPr lang="en-US" sz="1400" dirty="0"/>
                    </a:p>
                  </a:txBody>
                  <a:tcPr marL="68580" marR="68580" marT="34290" marB="34290"/>
                </a:tc>
                <a:tc>
                  <a:txBody>
                    <a:bodyPr/>
                    <a:lstStyle/>
                    <a:p>
                      <a:r>
                        <a:rPr lang="en-US" sz="1400"/>
                        <a:t>GET</a:t>
                      </a:r>
                      <a:endParaRPr lang="en-US" sz="1400" dirty="0"/>
                    </a:p>
                  </a:txBody>
                  <a:tcPr marL="68580" marR="68580" marT="34290" marB="34290"/>
                </a:tc>
                <a:tc>
                  <a:txBody>
                    <a:bodyPr/>
                    <a:lstStyle/>
                    <a:p>
                      <a:r>
                        <a:rPr lang="en-US" sz="1400"/>
                        <a:t>{base-url}/prod/v1.0/product/{id}</a:t>
                      </a:r>
                      <a:endParaRPr lang="en-US" sz="1400" dirty="0"/>
                    </a:p>
                  </a:txBody>
                  <a:tcPr marL="68580" marR="68580" marT="34290" marB="34290"/>
                </a:tc>
                <a:tc>
                  <a:txBody>
                    <a:bodyPr/>
                    <a:lstStyle/>
                    <a:p>
                      <a:r>
                        <a:rPr lang="en-US" sz="1400"/>
                        <a:t>No Need</a:t>
                      </a:r>
                      <a:endParaRPr lang="en-US" sz="1400" dirty="0"/>
                    </a:p>
                  </a:txBody>
                  <a:tcPr marL="68580" marR="68580" marT="34290" marB="34290"/>
                </a:tc>
                <a:tc>
                  <a:txBody>
                    <a:bodyPr/>
                    <a:lstStyle/>
                    <a:p>
                      <a:r>
                        <a:rPr lang="en-US" sz="1400"/>
                        <a:t>200 OK</a:t>
                      </a:r>
                      <a:endParaRPr lang="en-US" sz="1400" dirty="0"/>
                    </a:p>
                  </a:txBody>
                  <a:tcPr marL="68580" marR="68580" marT="34290" marB="34290"/>
                </a:tc>
                <a:tc>
                  <a:txBody>
                    <a:bodyPr/>
                    <a:lstStyle/>
                    <a:p>
                      <a:r>
                        <a:rPr lang="en-US" sz="1400"/>
                        <a:t>[{</a:t>
                      </a:r>
                    </a:p>
                    <a:p>
                      <a:r>
                        <a:rPr lang="en-US" sz="1400"/>
                        <a:t>"id":101,</a:t>
                      </a:r>
                    </a:p>
                    <a:p>
                      <a:r>
                        <a:rPr lang="en-US" sz="1400"/>
                        <a:t>"name":"Pen Drive 32 GB",</a:t>
                      </a:r>
                    </a:p>
                    <a:p>
                      <a:r>
                        <a:rPr lang="en-US" sz="1400"/>
                        <a:t>"description":"Pen Drive 32 GB",</a:t>
                      </a:r>
                    </a:p>
                    <a:p>
                      <a:r>
                        <a:rPr lang="en-US" sz="1400"/>
                        <a:t>"price":450</a:t>
                      </a:r>
                    </a:p>
                    <a:p>
                      <a:r>
                        <a:rPr lang="en-US" sz="1400"/>
                        <a:t>}]</a:t>
                      </a:r>
                      <a:endParaRPr lang="en-US" sz="1400" dirty="0"/>
                    </a:p>
                  </a:txBody>
                  <a:tcPr marL="68580" marR="68580" marT="34290" marB="34290"/>
                </a:tc>
                <a:extLst>
                  <a:ext uri="{0D108BD9-81ED-4DB2-BD59-A6C34878D82A}">
                    <a16:rowId xmlns:a16="http://schemas.microsoft.com/office/drawing/2014/main" val="3541913266"/>
                  </a:ext>
                </a:extLst>
              </a:tr>
              <a:tr h="1613165">
                <a:tc>
                  <a:txBody>
                    <a:bodyPr/>
                    <a:lstStyle/>
                    <a:p>
                      <a:r>
                        <a:rPr lang="en-US" sz="1400"/>
                        <a:t>Create</a:t>
                      </a:r>
                      <a:r>
                        <a:rPr lang="en-US" sz="1400" baseline="0"/>
                        <a:t> Product</a:t>
                      </a:r>
                      <a:endParaRPr lang="en-US" sz="1400" dirty="0"/>
                    </a:p>
                  </a:txBody>
                  <a:tcPr marL="68580" marR="68580" marT="34290" marB="34290"/>
                </a:tc>
                <a:tc>
                  <a:txBody>
                    <a:bodyPr/>
                    <a:lstStyle/>
                    <a:p>
                      <a:r>
                        <a:rPr lang="en-US" sz="1400"/>
                        <a:t>POST</a:t>
                      </a:r>
                      <a:endParaRPr lang="en-US" sz="1400" dirty="0"/>
                    </a:p>
                  </a:txBody>
                  <a:tcPr marL="68580" marR="68580" marT="34290" marB="34290"/>
                </a:tc>
                <a:tc>
                  <a:txBody>
                    <a:bodyPr/>
                    <a:lstStyle/>
                    <a:p>
                      <a:r>
                        <a:rPr lang="en-US" sz="1400"/>
                        <a:t>{base-url}/prod/v1.0/product</a:t>
                      </a:r>
                      <a:endParaRPr lang="en-US" sz="1400" dirty="0"/>
                    </a:p>
                  </a:txBody>
                  <a:tcPr marL="68580" marR="68580" marT="34290" marB="34290"/>
                </a:tc>
                <a:tc>
                  <a:txBody>
                    <a:bodyPr/>
                    <a:lstStyle/>
                    <a:p>
                      <a:r>
                        <a:rPr lang="en-US" sz="1400"/>
                        <a:t>{</a:t>
                      </a:r>
                    </a:p>
                    <a:p>
                      <a:r>
                        <a:rPr lang="en-US" sz="1400"/>
                        <a:t>"name":"Power Bank 20000MAH",</a:t>
                      </a:r>
                    </a:p>
                    <a:p>
                      <a:r>
                        <a:rPr lang="en-US" sz="1400"/>
                        <a:t>"description":"Power Bank 20000MAH",</a:t>
                      </a:r>
                    </a:p>
                    <a:p>
                      <a:r>
                        <a:rPr lang="en-US" sz="1400"/>
                        <a:t>"price":1700</a:t>
                      </a:r>
                    </a:p>
                    <a:p>
                      <a:r>
                        <a:rPr lang="en-US" sz="1400"/>
                        <a:t>}</a:t>
                      </a:r>
                      <a:endParaRPr lang="en-US" sz="1400" dirty="0"/>
                    </a:p>
                  </a:txBody>
                  <a:tcPr marL="68580" marR="68580" marT="34290" marB="34290"/>
                </a:tc>
                <a:tc>
                  <a:txBody>
                    <a:bodyPr/>
                    <a:lstStyle/>
                    <a:p>
                      <a:r>
                        <a:rPr lang="en-US" sz="1400"/>
                        <a:t>200 OK</a:t>
                      </a:r>
                      <a:endParaRPr lang="en-US" sz="1400" dirty="0"/>
                    </a:p>
                  </a:txBody>
                  <a:tcPr marL="68580" marR="68580" marT="34290" marB="34290"/>
                </a:tc>
                <a:tc>
                  <a:txBody>
                    <a:bodyPr/>
                    <a:lstStyle/>
                    <a:p>
                      <a:r>
                        <a:rPr lang="en-US" sz="1400"/>
                        <a:t>{“Status”:200,“Status Msg”:”Successfully</a:t>
                      </a:r>
                      <a:r>
                        <a:rPr lang="en-US" sz="1400" baseline="0"/>
                        <a:t> Created Product”}</a:t>
                      </a:r>
                      <a:endParaRPr lang="en-US" sz="1400" dirty="0"/>
                    </a:p>
                  </a:txBody>
                  <a:tcPr marL="68580" marR="68580" marT="34290" marB="34290"/>
                </a:tc>
                <a:extLst>
                  <a:ext uri="{0D108BD9-81ED-4DB2-BD59-A6C34878D82A}">
                    <a16:rowId xmlns:a16="http://schemas.microsoft.com/office/drawing/2014/main" val="3323112106"/>
                  </a:ext>
                </a:extLst>
              </a:tr>
              <a:tr h="574806">
                <a:tc>
                  <a:txBody>
                    <a:bodyPr/>
                    <a:lstStyle/>
                    <a:p>
                      <a:r>
                        <a:rPr lang="en-US" sz="1400"/>
                        <a:t>Delete</a:t>
                      </a:r>
                      <a:r>
                        <a:rPr lang="en-US" sz="1400" baseline="0"/>
                        <a:t> Product</a:t>
                      </a:r>
                      <a:endParaRPr lang="en-US" sz="1400" dirty="0"/>
                    </a:p>
                  </a:txBody>
                  <a:tcPr marL="68580" marR="68580" marT="34290" marB="34290"/>
                </a:tc>
                <a:tc>
                  <a:txBody>
                    <a:bodyPr/>
                    <a:lstStyle/>
                    <a:p>
                      <a:r>
                        <a:rPr lang="en-US" sz="1400"/>
                        <a:t>DELETE</a:t>
                      </a:r>
                      <a:endParaRPr lang="en-US" sz="1400" dirty="0"/>
                    </a:p>
                  </a:txBody>
                  <a:tcPr marL="68580" marR="68580" marT="34290" marB="34290"/>
                </a:tc>
                <a:tc>
                  <a:txBody>
                    <a:bodyPr/>
                    <a:lstStyle/>
                    <a:p>
                      <a:r>
                        <a:rPr lang="en-US" sz="1400"/>
                        <a:t>{base-url}/prod/v1.0/product/{id}</a:t>
                      </a:r>
                      <a:endParaRPr lang="en-US" sz="1400" dirty="0"/>
                    </a:p>
                  </a:txBody>
                  <a:tcPr marL="68580" marR="68580" marT="34290" marB="34290"/>
                </a:tc>
                <a:tc>
                  <a:txBody>
                    <a:bodyPr/>
                    <a:lstStyle/>
                    <a:p>
                      <a:r>
                        <a:rPr lang="en-US" sz="1400"/>
                        <a:t>No Need</a:t>
                      </a:r>
                      <a:endParaRPr lang="en-US" sz="1400" dirty="0"/>
                    </a:p>
                  </a:txBody>
                  <a:tcPr marL="68580" marR="68580" marT="34290" marB="34290"/>
                </a:tc>
                <a:tc>
                  <a:txBody>
                    <a:bodyPr/>
                    <a:lstStyle/>
                    <a:p>
                      <a:r>
                        <a:rPr lang="en-US" sz="1400"/>
                        <a:t>200 OK</a:t>
                      </a:r>
                      <a:endParaRPr lang="en-US" sz="1400" dirty="0"/>
                    </a:p>
                  </a:txBody>
                  <a:tcPr marL="68580" marR="68580" marT="34290" marB="34290"/>
                </a:tc>
                <a:tc>
                  <a:txBody>
                    <a:bodyPr/>
                    <a:lstStyle/>
                    <a:p>
                      <a:r>
                        <a:rPr lang="en-US" sz="1400"/>
                        <a:t>{“Status”:200,“Status Msg”:”Successfully</a:t>
                      </a:r>
                      <a:r>
                        <a:rPr lang="en-US" sz="1400" baseline="0"/>
                        <a:t> Deleted Product”}</a:t>
                      </a:r>
                      <a:endParaRPr lang="en-US" sz="1400" dirty="0"/>
                    </a:p>
                  </a:txBody>
                  <a:tcPr marL="68580" marR="68580" marT="34290" marB="34290"/>
                </a:tc>
                <a:extLst>
                  <a:ext uri="{0D108BD9-81ED-4DB2-BD59-A6C34878D82A}">
                    <a16:rowId xmlns:a16="http://schemas.microsoft.com/office/drawing/2014/main" val="3801536920"/>
                  </a:ext>
                </a:extLst>
              </a:tr>
              <a:tr h="1613165">
                <a:tc>
                  <a:txBody>
                    <a:bodyPr/>
                    <a:lstStyle/>
                    <a:p>
                      <a:r>
                        <a:rPr lang="en-US" sz="1400"/>
                        <a:t>Update</a:t>
                      </a:r>
                      <a:r>
                        <a:rPr lang="en-US" sz="1400" baseline="0"/>
                        <a:t> Product</a:t>
                      </a:r>
                      <a:endParaRPr lang="en-US" sz="1400" dirty="0"/>
                    </a:p>
                  </a:txBody>
                  <a:tcPr marL="68580" marR="68580" marT="34290" marB="34290"/>
                </a:tc>
                <a:tc>
                  <a:txBody>
                    <a:bodyPr/>
                    <a:lstStyle/>
                    <a:p>
                      <a:r>
                        <a:rPr lang="en-US" sz="1400"/>
                        <a:t>POST</a:t>
                      </a:r>
                      <a:endParaRPr lang="en-US" sz="1400" dirty="0"/>
                    </a:p>
                  </a:txBody>
                  <a:tcPr marL="68580" marR="68580" marT="34290" marB="34290"/>
                </a:tc>
                <a:tc>
                  <a:txBody>
                    <a:bodyPr/>
                    <a:lstStyle/>
                    <a:p>
                      <a:r>
                        <a:rPr lang="en-US" sz="1400"/>
                        <a:t>{base-url}/prod/v1.0/product/{id}</a:t>
                      </a:r>
                      <a:endParaRPr lang="en-US" sz="1400" dirty="0"/>
                    </a:p>
                  </a:txBody>
                  <a:tcPr marL="68580" marR="68580" marT="34290" marB="34290"/>
                </a:tc>
                <a:tc>
                  <a:txBody>
                    <a:bodyPr/>
                    <a:lstStyle/>
                    <a:p>
                      <a:r>
                        <a:rPr lang="en-US" sz="1400" dirty="0"/>
                        <a:t>{</a:t>
                      </a:r>
                    </a:p>
                    <a:p>
                      <a:r>
                        <a:rPr lang="en-US" sz="1400" dirty="0"/>
                        <a:t>"id":101,</a:t>
                      </a:r>
                    </a:p>
                    <a:p>
                      <a:r>
                        <a:rPr lang="en-US" sz="1400" dirty="0"/>
                        <a:t>"</a:t>
                      </a:r>
                      <a:r>
                        <a:rPr lang="en-US" sz="1400" dirty="0" err="1"/>
                        <a:t>name":"Pen</a:t>
                      </a:r>
                      <a:r>
                        <a:rPr lang="en-US" sz="1400" dirty="0"/>
                        <a:t> Drive 32 GB",</a:t>
                      </a:r>
                    </a:p>
                    <a:p>
                      <a:r>
                        <a:rPr lang="en-US" sz="1400" dirty="0"/>
                        <a:t>"</a:t>
                      </a:r>
                      <a:r>
                        <a:rPr lang="en-US" sz="1400" dirty="0" err="1"/>
                        <a:t>description":"Pen</a:t>
                      </a:r>
                      <a:r>
                        <a:rPr lang="en-US" sz="1400" dirty="0"/>
                        <a:t> Drive 32 GB",</a:t>
                      </a:r>
                    </a:p>
                    <a:p>
                      <a:r>
                        <a:rPr lang="en-US" sz="1400" dirty="0"/>
                        <a:t>"price":470</a:t>
                      </a:r>
                    </a:p>
                    <a:p>
                      <a:r>
                        <a:rPr lang="en-US" sz="1400" dirty="0"/>
                        <a:t>}</a:t>
                      </a:r>
                    </a:p>
                  </a:txBody>
                  <a:tcPr marL="68580" marR="68580" marT="34290" marB="34290"/>
                </a:tc>
                <a:tc>
                  <a:txBody>
                    <a:bodyPr/>
                    <a:lstStyle/>
                    <a:p>
                      <a:r>
                        <a:rPr lang="en-US" sz="1400"/>
                        <a:t>200 OK</a:t>
                      </a:r>
                      <a:endParaRPr lang="en-US" sz="1400" dirty="0"/>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Updated Product”}</a:t>
                      </a:r>
                      <a:endParaRPr lang="en-US" sz="1400" dirty="0"/>
                    </a:p>
                  </a:txBody>
                  <a:tcPr marL="68580" marR="68580" marT="34290" marB="34290"/>
                </a:tc>
                <a:extLst>
                  <a:ext uri="{0D108BD9-81ED-4DB2-BD59-A6C34878D82A}">
                    <a16:rowId xmlns:a16="http://schemas.microsoft.com/office/drawing/2014/main" val="578417649"/>
                  </a:ext>
                </a:extLst>
              </a:tr>
            </a:tbl>
          </a:graphicData>
        </a:graphic>
      </p:graphicFrame>
    </p:spTree>
    <p:extLst>
      <p:ext uri="{BB962C8B-B14F-4D97-AF65-F5344CB8AC3E}">
        <p14:creationId xmlns:p14="http://schemas.microsoft.com/office/powerpoint/2010/main" val="17008472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0390" y="0"/>
          <a:ext cx="9133610" cy="9585960"/>
        </p:xfrm>
        <a:graphic>
          <a:graphicData uri="http://schemas.openxmlformats.org/drawingml/2006/table">
            <a:tbl>
              <a:tblPr firstRow="1" bandRow="1">
                <a:tableStyleId>{5C22544A-7EE6-4342-B048-85BDC9FD1C3A}</a:tableStyleId>
              </a:tblPr>
              <a:tblGrid>
                <a:gridCol w="1501602">
                  <a:extLst>
                    <a:ext uri="{9D8B030D-6E8A-4147-A177-3AD203B41FA5}">
                      <a16:colId xmlns:a16="http://schemas.microsoft.com/office/drawing/2014/main" val="1442663255"/>
                    </a:ext>
                  </a:extLst>
                </a:gridCol>
                <a:gridCol w="730175">
                  <a:extLst>
                    <a:ext uri="{9D8B030D-6E8A-4147-A177-3AD203B41FA5}">
                      <a16:colId xmlns:a16="http://schemas.microsoft.com/office/drawing/2014/main" val="1743421613"/>
                    </a:ext>
                  </a:extLst>
                </a:gridCol>
                <a:gridCol w="2175252">
                  <a:extLst>
                    <a:ext uri="{9D8B030D-6E8A-4147-A177-3AD203B41FA5}">
                      <a16:colId xmlns:a16="http://schemas.microsoft.com/office/drawing/2014/main" val="3190066126"/>
                    </a:ext>
                  </a:extLst>
                </a:gridCol>
                <a:gridCol w="1568509">
                  <a:extLst>
                    <a:ext uri="{9D8B030D-6E8A-4147-A177-3AD203B41FA5}">
                      <a16:colId xmlns:a16="http://schemas.microsoft.com/office/drawing/2014/main" val="3933248800"/>
                    </a:ext>
                  </a:extLst>
                </a:gridCol>
                <a:gridCol w="968475">
                  <a:extLst>
                    <a:ext uri="{9D8B030D-6E8A-4147-A177-3AD203B41FA5}">
                      <a16:colId xmlns:a16="http://schemas.microsoft.com/office/drawing/2014/main" val="4075268255"/>
                    </a:ext>
                  </a:extLst>
                </a:gridCol>
                <a:gridCol w="2189597">
                  <a:extLst>
                    <a:ext uri="{9D8B030D-6E8A-4147-A177-3AD203B41FA5}">
                      <a16:colId xmlns:a16="http://schemas.microsoft.com/office/drawing/2014/main" val="2616012772"/>
                    </a:ext>
                  </a:extLst>
                </a:gridCol>
              </a:tblGrid>
              <a:tr h="481163">
                <a:tc>
                  <a:txBody>
                    <a:bodyPr/>
                    <a:lstStyle/>
                    <a:p>
                      <a:r>
                        <a:rPr lang="en-US" sz="1400" dirty="0"/>
                        <a:t>API’s</a:t>
                      </a:r>
                    </a:p>
                  </a:txBody>
                  <a:tcPr marL="68580" marR="68580" marT="34290" marB="34290"/>
                </a:tc>
                <a:tc>
                  <a:txBody>
                    <a:bodyPr/>
                    <a:lstStyle/>
                    <a:p>
                      <a:r>
                        <a:rPr lang="en-US" sz="1400" dirty="0"/>
                        <a:t>METHOD</a:t>
                      </a:r>
                    </a:p>
                  </a:txBody>
                  <a:tcPr marL="68580" marR="68580" marT="34290" marB="34290"/>
                </a:tc>
                <a:tc>
                  <a:txBody>
                    <a:bodyPr/>
                    <a:lstStyle/>
                    <a:p>
                      <a:r>
                        <a:rPr lang="en-US" sz="1400" dirty="0"/>
                        <a:t>URL</a:t>
                      </a:r>
                    </a:p>
                  </a:txBody>
                  <a:tcPr marL="68580" marR="68580" marT="34290" marB="34290"/>
                </a:tc>
                <a:tc>
                  <a:txBody>
                    <a:bodyPr/>
                    <a:lstStyle/>
                    <a:p>
                      <a:r>
                        <a:rPr lang="en-US" sz="1400" dirty="0"/>
                        <a:t>REQUEST</a:t>
                      </a:r>
                    </a:p>
                  </a:txBody>
                  <a:tcPr marL="68580" marR="68580" marT="34290" marB="34290"/>
                </a:tc>
                <a:tc>
                  <a:txBody>
                    <a:bodyPr/>
                    <a:lstStyle/>
                    <a:p>
                      <a:r>
                        <a:rPr lang="en-US" sz="1400" dirty="0"/>
                        <a:t>HTTP STATUS</a:t>
                      </a:r>
                    </a:p>
                  </a:txBody>
                  <a:tcPr marL="68580" marR="68580" marT="34290" marB="34290"/>
                </a:tc>
                <a:tc>
                  <a:txBody>
                    <a:bodyPr/>
                    <a:lstStyle/>
                    <a:p>
                      <a:r>
                        <a:rPr lang="en-US" sz="1400" dirty="0"/>
                        <a:t>RESPONSE</a:t>
                      </a:r>
                    </a:p>
                  </a:txBody>
                  <a:tcPr marL="68580" marR="68580" marT="34290" marB="34290"/>
                </a:tc>
                <a:extLst>
                  <a:ext uri="{0D108BD9-81ED-4DB2-BD59-A6C34878D82A}">
                    <a16:rowId xmlns:a16="http://schemas.microsoft.com/office/drawing/2014/main" val="3853153056"/>
                  </a:ext>
                </a:extLst>
              </a:tr>
              <a:tr h="1714500">
                <a:tc>
                  <a:txBody>
                    <a:bodyPr/>
                    <a:lstStyle/>
                    <a:p>
                      <a:r>
                        <a:rPr lang="en-US" sz="1400" dirty="0"/>
                        <a:t>Create</a:t>
                      </a:r>
                      <a:r>
                        <a:rPr lang="en-US" sz="1400" baseline="0" dirty="0"/>
                        <a:t> Customer</a:t>
                      </a:r>
                      <a:endParaRPr lang="en-US" sz="1400" dirty="0"/>
                    </a:p>
                  </a:txBody>
                  <a:tcPr marL="68580" marR="68580" marT="34290" marB="34290"/>
                </a:tc>
                <a:tc>
                  <a:txBody>
                    <a:bodyPr/>
                    <a:lstStyle/>
                    <a:p>
                      <a:r>
                        <a:rPr lang="en-US" sz="1400" dirty="0"/>
                        <a:t>POST</a:t>
                      </a:r>
                    </a:p>
                  </a:txBody>
                  <a:tcPr marL="68580" marR="68580" marT="34290" marB="34290"/>
                </a:tc>
                <a:tc>
                  <a:txBody>
                    <a:bodyPr/>
                    <a:lstStyle/>
                    <a:p>
                      <a:r>
                        <a:rPr lang="en-US" sz="1400" dirty="0"/>
                        <a:t>{base-</a:t>
                      </a:r>
                      <a:r>
                        <a:rPr lang="en-US" sz="1400" dirty="0" err="1"/>
                        <a:t>url</a:t>
                      </a:r>
                      <a:r>
                        <a:rPr lang="en-US" sz="1400" dirty="0"/>
                        <a:t>}/</a:t>
                      </a:r>
                      <a:r>
                        <a:rPr lang="en-US" sz="1400" dirty="0" err="1"/>
                        <a:t>cust</a:t>
                      </a:r>
                      <a:r>
                        <a:rPr lang="en-US" sz="1400" dirty="0"/>
                        <a:t>/v1.0/customer</a:t>
                      </a:r>
                    </a:p>
                  </a:txBody>
                  <a:tcPr marL="68580" marR="68580" marT="34290" marB="34290"/>
                </a:tc>
                <a:tc>
                  <a:txBody>
                    <a:bodyPr/>
                    <a:lstStyle/>
                    <a:p>
                      <a:r>
                        <a:rPr lang="en-US" sz="1400" dirty="0"/>
                        <a:t>{</a:t>
                      </a:r>
                    </a:p>
                    <a:p>
                      <a:r>
                        <a:rPr lang="en-US" sz="1400" dirty="0"/>
                        <a:t>"</a:t>
                      </a:r>
                      <a:r>
                        <a:rPr lang="en-US" sz="1400" dirty="0" err="1"/>
                        <a:t>firstName</a:t>
                      </a:r>
                      <a:r>
                        <a:rPr lang="en-US" sz="1400" dirty="0"/>
                        <a:t>":"Ram",</a:t>
                      </a:r>
                    </a:p>
                    <a:p>
                      <a:r>
                        <a:rPr lang="en-US" sz="1400" dirty="0"/>
                        <a:t>"</a:t>
                      </a:r>
                      <a:r>
                        <a:rPr lang="en-US" sz="1400" dirty="0" err="1"/>
                        <a:t>lastName</a:t>
                      </a:r>
                      <a:r>
                        <a:rPr lang="en-US" sz="1400" dirty="0"/>
                        <a:t>":"Kumar",</a:t>
                      </a:r>
                    </a:p>
                    <a:p>
                      <a:r>
                        <a:rPr lang="en-US" sz="1400" dirty="0"/>
                        <a:t>"</a:t>
                      </a:r>
                      <a:r>
                        <a:rPr lang="en-US" sz="1400" dirty="0" err="1"/>
                        <a:t>Email":"ram.kumar@gmail.com</a:t>
                      </a:r>
                      <a:r>
                        <a:rPr lang="en-US" sz="1400" dirty="0"/>
                        <a:t>"</a:t>
                      </a:r>
                    </a:p>
                    <a:p>
                      <a:r>
                        <a:rPr lang="en-US" sz="1400" dirty="0"/>
                        <a:t>}</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Created Customer”}</a:t>
                      </a:r>
                      <a:endParaRPr lang="en-US" sz="1400" dirty="0"/>
                    </a:p>
                  </a:txBody>
                  <a:tcPr marL="68580" marR="68580" marT="34290" marB="34290"/>
                </a:tc>
                <a:extLst>
                  <a:ext uri="{0D108BD9-81ED-4DB2-BD59-A6C34878D82A}">
                    <a16:rowId xmlns:a16="http://schemas.microsoft.com/office/drawing/2014/main" val="2642536312"/>
                  </a:ext>
                </a:extLst>
              </a:tr>
              <a:tr h="2955719">
                <a:tc>
                  <a:txBody>
                    <a:bodyPr/>
                    <a:lstStyle/>
                    <a:p>
                      <a:r>
                        <a:rPr lang="en-US" sz="1400" dirty="0"/>
                        <a:t>List</a:t>
                      </a:r>
                      <a:r>
                        <a:rPr lang="en-US" sz="1400" baseline="0" dirty="0"/>
                        <a:t> Customer</a:t>
                      </a:r>
                      <a:endParaRPr lang="en-US" sz="1400" dirty="0"/>
                    </a:p>
                  </a:txBody>
                  <a:tcPr marL="68580" marR="68580" marT="34290" marB="34290"/>
                </a:tc>
                <a:tc>
                  <a:txBody>
                    <a:bodyPr/>
                    <a:lstStyle/>
                    <a:p>
                      <a:r>
                        <a:rPr lang="en-US" sz="1400" dirty="0"/>
                        <a:t>GET</a:t>
                      </a:r>
                    </a:p>
                  </a:txBody>
                  <a:tcPr marL="68580" marR="68580" marT="34290" marB="34290"/>
                </a:tc>
                <a:tc>
                  <a:txBody>
                    <a:bodyPr/>
                    <a:lstStyle/>
                    <a:p>
                      <a:r>
                        <a:rPr lang="en-US" sz="1400" dirty="0"/>
                        <a:t>{base-</a:t>
                      </a:r>
                      <a:r>
                        <a:rPr lang="en-US" sz="1400" dirty="0" err="1"/>
                        <a:t>url</a:t>
                      </a:r>
                      <a:r>
                        <a:rPr lang="en-US" sz="1400" dirty="0"/>
                        <a:t>}/</a:t>
                      </a:r>
                      <a:r>
                        <a:rPr lang="en-US" sz="1400" dirty="0" err="1"/>
                        <a:t>cust</a:t>
                      </a:r>
                      <a:r>
                        <a:rPr lang="en-US" sz="1400" dirty="0"/>
                        <a:t>/v1.0/customer/{</a:t>
                      </a:r>
                      <a:r>
                        <a:rPr lang="en-US" sz="1400" dirty="0" err="1"/>
                        <a:t>custId</a:t>
                      </a:r>
                      <a:r>
                        <a:rPr lang="en-US" sz="1400" dirty="0"/>
                        <a:t>}</a:t>
                      </a:r>
                    </a:p>
                  </a:txBody>
                  <a:tcPr marL="68580" marR="68580" marT="34290" marB="34290"/>
                </a:tc>
                <a:tc>
                  <a:txBody>
                    <a:bodyPr/>
                    <a:lstStyle/>
                    <a:p>
                      <a:r>
                        <a:rPr lang="en-US" sz="1400" dirty="0"/>
                        <a:t>Not need </a:t>
                      </a:r>
                    </a:p>
                  </a:txBody>
                  <a:tcPr marL="68580" marR="68580" marT="34290" marB="34290"/>
                </a:tc>
                <a:tc>
                  <a:txBody>
                    <a:bodyPr/>
                    <a:lstStyle/>
                    <a:p>
                      <a:r>
                        <a:rPr lang="en-US" sz="1400" dirty="0"/>
                        <a:t>200 OK</a:t>
                      </a:r>
                    </a:p>
                  </a:txBody>
                  <a:tcPr marL="68580" marR="68580" marT="34290" marB="34290"/>
                </a:tc>
                <a:tc>
                  <a:txBody>
                    <a:bodyPr/>
                    <a:lstStyle/>
                    <a:p>
                      <a:r>
                        <a:rPr lang="en-US" sz="1400" dirty="0"/>
                        <a:t>[{</a:t>
                      </a:r>
                    </a:p>
                    <a:p>
                      <a:r>
                        <a:rPr lang="en-US" sz="1400" dirty="0"/>
                        <a:t>"custId":10001,</a:t>
                      </a:r>
                    </a:p>
                    <a:p>
                      <a:r>
                        <a:rPr lang="en-US" sz="1400" dirty="0"/>
                        <a:t>"</a:t>
                      </a:r>
                      <a:r>
                        <a:rPr lang="en-US" sz="1400" dirty="0" err="1"/>
                        <a:t>firstName</a:t>
                      </a:r>
                      <a:r>
                        <a:rPr lang="en-US" sz="1400" dirty="0"/>
                        <a:t>":"Ram",</a:t>
                      </a:r>
                    </a:p>
                    <a:p>
                      <a:r>
                        <a:rPr lang="en-US" sz="1400" dirty="0"/>
                        <a:t>"</a:t>
                      </a:r>
                      <a:r>
                        <a:rPr lang="en-US" sz="1400" dirty="0" err="1"/>
                        <a:t>lastName</a:t>
                      </a:r>
                      <a:r>
                        <a:rPr lang="en-US" sz="1400" dirty="0"/>
                        <a:t>":"Kumar",</a:t>
                      </a:r>
                    </a:p>
                    <a:p>
                      <a:r>
                        <a:rPr lang="en-US" sz="1400" dirty="0"/>
                        <a:t>"</a:t>
                      </a:r>
                      <a:r>
                        <a:rPr lang="en-US" sz="1400" dirty="0" err="1"/>
                        <a:t>Email":"ram.kumar@gmail.com</a:t>
                      </a:r>
                      <a:r>
                        <a:rPr lang="en-US" sz="1400" dirty="0"/>
                        <a:t>"</a:t>
                      </a:r>
                    </a:p>
                    <a:p>
                      <a:r>
                        <a:rPr lang="en-US" sz="1400" dirty="0"/>
                        <a:t>}</a:t>
                      </a:r>
                    </a:p>
                    <a:p>
                      <a:r>
                        <a:rPr lang="en-US" sz="1400" dirty="0"/>
                        <a:t>{</a:t>
                      </a:r>
                    </a:p>
                    <a:p>
                      <a:r>
                        <a:rPr lang="en-US" sz="1400" dirty="0"/>
                        <a:t>"custId":10002,</a:t>
                      </a:r>
                    </a:p>
                    <a:p>
                      <a:r>
                        <a:rPr lang="en-US" sz="1400" dirty="0"/>
                        <a:t>"</a:t>
                      </a:r>
                      <a:r>
                        <a:rPr lang="en-US" sz="1400" dirty="0" err="1"/>
                        <a:t>firstName</a:t>
                      </a:r>
                      <a:r>
                        <a:rPr lang="en-US" sz="1400" dirty="0"/>
                        <a:t>":"</a:t>
                      </a:r>
                      <a:r>
                        <a:rPr lang="en-US" sz="1400" dirty="0" err="1"/>
                        <a:t>syam</a:t>
                      </a:r>
                      <a:r>
                        <a:rPr lang="en-US" sz="1400" dirty="0"/>
                        <a:t>",</a:t>
                      </a:r>
                    </a:p>
                    <a:p>
                      <a:r>
                        <a:rPr lang="en-US" sz="1400" dirty="0"/>
                        <a:t>"</a:t>
                      </a:r>
                      <a:r>
                        <a:rPr lang="en-US" sz="1400" dirty="0" err="1"/>
                        <a:t>lastName</a:t>
                      </a:r>
                      <a:r>
                        <a:rPr lang="en-US" sz="1400" dirty="0"/>
                        <a:t>":"Kumar",</a:t>
                      </a:r>
                    </a:p>
                    <a:p>
                      <a:r>
                        <a:rPr lang="en-US" sz="1400" dirty="0"/>
                        <a:t>"</a:t>
                      </a:r>
                      <a:r>
                        <a:rPr lang="en-US" sz="1400" dirty="0" err="1"/>
                        <a:t>Email":"syam.kumar@gmail.com</a:t>
                      </a:r>
                      <a:r>
                        <a:rPr lang="en-US" sz="1400" dirty="0"/>
                        <a:t>"</a:t>
                      </a:r>
                    </a:p>
                    <a:p>
                      <a:r>
                        <a:rPr lang="en-US" sz="1400" dirty="0"/>
                        <a:t>}]</a:t>
                      </a:r>
                    </a:p>
                  </a:txBody>
                  <a:tcPr marL="68580" marR="68580" marT="34290" marB="34290"/>
                </a:tc>
                <a:extLst>
                  <a:ext uri="{0D108BD9-81ED-4DB2-BD59-A6C34878D82A}">
                    <a16:rowId xmlns:a16="http://schemas.microsoft.com/office/drawing/2014/main" val="2242863597"/>
                  </a:ext>
                </a:extLst>
              </a:tr>
              <a:tr h="1512228">
                <a:tc>
                  <a:txBody>
                    <a:bodyPr/>
                    <a:lstStyle/>
                    <a:p>
                      <a:r>
                        <a:rPr lang="en-US" sz="1400" dirty="0"/>
                        <a:t>Search Customer</a:t>
                      </a:r>
                    </a:p>
                  </a:txBody>
                  <a:tcPr marL="68580" marR="68580" marT="34290" marB="34290"/>
                </a:tc>
                <a:tc>
                  <a:txBody>
                    <a:bodyPr/>
                    <a:lstStyle/>
                    <a:p>
                      <a:r>
                        <a:rPr lang="en-US" sz="1400" dirty="0"/>
                        <a:t>GET</a:t>
                      </a:r>
                    </a:p>
                  </a:txBody>
                  <a:tcPr marL="68580" marR="68580" marT="34290" marB="34290"/>
                </a:tc>
                <a:tc>
                  <a:txBody>
                    <a:bodyPr/>
                    <a:lstStyle/>
                    <a:p>
                      <a:r>
                        <a:rPr lang="en-US" sz="1400" dirty="0"/>
                        <a:t>{base-</a:t>
                      </a:r>
                      <a:r>
                        <a:rPr lang="en-US" sz="1400" dirty="0" err="1"/>
                        <a:t>url</a:t>
                      </a:r>
                      <a:r>
                        <a:rPr lang="en-US" sz="1400" dirty="0"/>
                        <a:t>}/</a:t>
                      </a:r>
                      <a:r>
                        <a:rPr lang="en-US" sz="1400" dirty="0" err="1"/>
                        <a:t>cust</a:t>
                      </a:r>
                      <a:r>
                        <a:rPr lang="en-US" sz="1400" dirty="0"/>
                        <a:t>/v1.0/customer/{</a:t>
                      </a:r>
                      <a:r>
                        <a:rPr lang="en-US" sz="1400" dirty="0" err="1"/>
                        <a:t>custId</a:t>
                      </a:r>
                      <a:r>
                        <a:rPr lang="en-US" sz="1400" dirty="0"/>
                        <a:t>}</a:t>
                      </a:r>
                    </a:p>
                  </a:txBody>
                  <a:tcPr marL="68580" marR="68580" marT="34290" marB="34290"/>
                </a:tc>
                <a:tc>
                  <a:txBody>
                    <a:bodyPr/>
                    <a:lstStyle/>
                    <a:p>
                      <a:r>
                        <a:rPr lang="en-US" sz="1400" dirty="0"/>
                        <a:t>No Need</a:t>
                      </a:r>
                    </a:p>
                  </a:txBody>
                  <a:tcPr marL="68580" marR="68580" marT="34290" marB="34290"/>
                </a:tc>
                <a:tc>
                  <a:txBody>
                    <a:bodyPr/>
                    <a:lstStyle/>
                    <a:p>
                      <a:r>
                        <a:rPr lang="en-US" sz="1400" dirty="0"/>
                        <a:t>200 OK</a:t>
                      </a:r>
                    </a:p>
                  </a:txBody>
                  <a:tcPr marL="68580" marR="68580" marT="34290" marB="34290"/>
                </a:tc>
                <a:tc>
                  <a:txBody>
                    <a:bodyPr/>
                    <a:lstStyle/>
                    <a:p>
                      <a:r>
                        <a:rPr lang="en-US" sz="1400" dirty="0"/>
                        <a:t>{</a:t>
                      </a:r>
                    </a:p>
                    <a:p>
                      <a:r>
                        <a:rPr lang="en-US" sz="1400" dirty="0"/>
                        <a:t>"custId":10001,</a:t>
                      </a:r>
                    </a:p>
                    <a:p>
                      <a:r>
                        <a:rPr lang="en-US" sz="1400" dirty="0"/>
                        <a:t>"</a:t>
                      </a:r>
                      <a:r>
                        <a:rPr lang="en-US" sz="1400" dirty="0" err="1"/>
                        <a:t>firstName</a:t>
                      </a:r>
                      <a:r>
                        <a:rPr lang="en-US" sz="1400" dirty="0"/>
                        <a:t>":"Ram",</a:t>
                      </a:r>
                    </a:p>
                    <a:p>
                      <a:r>
                        <a:rPr lang="en-US" sz="1400" dirty="0"/>
                        <a:t>"</a:t>
                      </a:r>
                      <a:r>
                        <a:rPr lang="en-US" sz="1400" dirty="0" err="1"/>
                        <a:t>lastName</a:t>
                      </a:r>
                      <a:r>
                        <a:rPr lang="en-US" sz="1400" dirty="0"/>
                        <a:t>":"Kumar",</a:t>
                      </a:r>
                    </a:p>
                    <a:p>
                      <a:r>
                        <a:rPr lang="en-US" sz="1400" dirty="0"/>
                        <a:t>"</a:t>
                      </a:r>
                      <a:r>
                        <a:rPr lang="en-US" sz="1400" dirty="0" err="1"/>
                        <a:t>Email":"ram.kumar@gmail.com</a:t>
                      </a:r>
                      <a:r>
                        <a:rPr lang="en-US" sz="1400" dirty="0"/>
                        <a:t>"</a:t>
                      </a:r>
                    </a:p>
                    <a:p>
                      <a:r>
                        <a:rPr lang="en-US" sz="1400" dirty="0"/>
                        <a:t>}</a:t>
                      </a:r>
                    </a:p>
                  </a:txBody>
                  <a:tcPr marL="68580" marR="68580" marT="34290" marB="34290"/>
                </a:tc>
                <a:extLst>
                  <a:ext uri="{0D108BD9-81ED-4DB2-BD59-A6C34878D82A}">
                    <a16:rowId xmlns:a16="http://schemas.microsoft.com/office/drawing/2014/main" val="685670137"/>
                  </a:ext>
                </a:extLst>
              </a:tr>
              <a:tr h="687377">
                <a:tc>
                  <a:txBody>
                    <a:bodyPr/>
                    <a:lstStyle/>
                    <a:p>
                      <a:r>
                        <a:rPr lang="en-US" sz="1400" dirty="0"/>
                        <a:t>Delete</a:t>
                      </a:r>
                      <a:r>
                        <a:rPr lang="en-US" sz="1400" baseline="0" dirty="0"/>
                        <a:t> Customer</a:t>
                      </a:r>
                      <a:endParaRPr lang="en-US" sz="1400" dirty="0"/>
                    </a:p>
                  </a:txBody>
                  <a:tcPr marL="68580" marR="68580" marT="34290" marB="34290"/>
                </a:tc>
                <a:tc>
                  <a:txBody>
                    <a:bodyPr/>
                    <a:lstStyle/>
                    <a:p>
                      <a:r>
                        <a:rPr lang="en-US" sz="1400" dirty="0"/>
                        <a:t>DELETE</a:t>
                      </a:r>
                    </a:p>
                  </a:txBody>
                  <a:tcPr marL="68580" marR="68580" marT="34290" marB="34290"/>
                </a:tc>
                <a:tc>
                  <a:txBody>
                    <a:bodyPr/>
                    <a:lstStyle/>
                    <a:p>
                      <a:r>
                        <a:rPr lang="en-US" sz="1400" dirty="0"/>
                        <a:t>{base-</a:t>
                      </a:r>
                      <a:r>
                        <a:rPr lang="en-US" sz="1400" dirty="0" err="1"/>
                        <a:t>url</a:t>
                      </a:r>
                      <a:r>
                        <a:rPr lang="en-US" sz="1400" dirty="0"/>
                        <a:t>}/</a:t>
                      </a:r>
                      <a:r>
                        <a:rPr lang="en-US" sz="1400" dirty="0" err="1"/>
                        <a:t>cust</a:t>
                      </a:r>
                      <a:r>
                        <a:rPr lang="en-US" sz="1400" dirty="0"/>
                        <a:t>/v1.0/customer/{id}</a:t>
                      </a:r>
                    </a:p>
                  </a:txBody>
                  <a:tcPr marL="68580" marR="68580" marT="34290" marB="34290"/>
                </a:tc>
                <a:tc>
                  <a:txBody>
                    <a:bodyPr/>
                    <a:lstStyle/>
                    <a:p>
                      <a:r>
                        <a:rPr lang="en-US" sz="1400" dirty="0"/>
                        <a:t>No Need</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Deleted Customer”}</a:t>
                      </a:r>
                      <a:endParaRPr lang="en-US" sz="1400" dirty="0"/>
                    </a:p>
                  </a:txBody>
                  <a:tcPr marL="68580" marR="68580" marT="34290" marB="34290"/>
                </a:tc>
                <a:extLst>
                  <a:ext uri="{0D108BD9-81ED-4DB2-BD59-A6C34878D82A}">
                    <a16:rowId xmlns:a16="http://schemas.microsoft.com/office/drawing/2014/main" val="1492780325"/>
                  </a:ext>
                </a:extLst>
              </a:tr>
              <a:tr h="1920240">
                <a:tc>
                  <a:txBody>
                    <a:bodyPr/>
                    <a:lstStyle/>
                    <a:p>
                      <a:r>
                        <a:rPr lang="en-US" sz="1400" dirty="0"/>
                        <a:t>Update</a:t>
                      </a:r>
                      <a:r>
                        <a:rPr lang="en-US" sz="1400" baseline="0" dirty="0"/>
                        <a:t> Customer</a:t>
                      </a:r>
                      <a:endParaRPr lang="en-US" sz="1400" dirty="0"/>
                    </a:p>
                  </a:txBody>
                  <a:tcPr marL="68580" marR="68580" marT="34290" marB="34290"/>
                </a:tc>
                <a:tc>
                  <a:txBody>
                    <a:bodyPr/>
                    <a:lstStyle/>
                    <a:p>
                      <a:r>
                        <a:rPr lang="en-US" sz="1400" dirty="0"/>
                        <a:t>POST</a:t>
                      </a:r>
                    </a:p>
                  </a:txBody>
                  <a:tcPr marL="68580" marR="68580" marT="34290" marB="34290"/>
                </a:tc>
                <a:tc>
                  <a:txBody>
                    <a:bodyPr/>
                    <a:lstStyle/>
                    <a:p>
                      <a:r>
                        <a:rPr lang="en-US" sz="1400" dirty="0"/>
                        <a:t>{base-</a:t>
                      </a:r>
                      <a:r>
                        <a:rPr lang="en-US" sz="1400" dirty="0" err="1"/>
                        <a:t>url</a:t>
                      </a:r>
                      <a:r>
                        <a:rPr lang="en-US" sz="1400" dirty="0"/>
                        <a:t>}/</a:t>
                      </a:r>
                      <a:r>
                        <a:rPr lang="en-US" sz="1400" dirty="0" err="1"/>
                        <a:t>cust</a:t>
                      </a:r>
                      <a:r>
                        <a:rPr lang="en-US" sz="1400" dirty="0"/>
                        <a:t>/v1.0/customer/{</a:t>
                      </a:r>
                      <a:r>
                        <a:rPr lang="en-US" sz="1400" dirty="0" err="1"/>
                        <a:t>custId</a:t>
                      </a:r>
                      <a:r>
                        <a:rPr lang="en-US" sz="1400" dirty="0"/>
                        <a:t>}</a:t>
                      </a:r>
                    </a:p>
                  </a:txBody>
                  <a:tcPr marL="68580" marR="68580" marT="34290" marB="34290"/>
                </a:tc>
                <a:tc>
                  <a:txBody>
                    <a:bodyPr/>
                    <a:lstStyle/>
                    <a:p>
                      <a:r>
                        <a:rPr lang="en-US" sz="1400" dirty="0"/>
                        <a:t>{</a:t>
                      </a:r>
                    </a:p>
                    <a:p>
                      <a:r>
                        <a:rPr lang="en-US" sz="1400" dirty="0"/>
                        <a:t>"custId":10001,</a:t>
                      </a:r>
                    </a:p>
                    <a:p>
                      <a:r>
                        <a:rPr lang="en-US" sz="1400" dirty="0"/>
                        <a:t>"</a:t>
                      </a:r>
                      <a:r>
                        <a:rPr lang="en-US" sz="1400" dirty="0" err="1"/>
                        <a:t>firstName</a:t>
                      </a:r>
                      <a:r>
                        <a:rPr lang="en-US" sz="1400" dirty="0"/>
                        <a:t>":"Ram",</a:t>
                      </a:r>
                    </a:p>
                    <a:p>
                      <a:r>
                        <a:rPr lang="en-US" sz="1400" dirty="0"/>
                        <a:t>"</a:t>
                      </a:r>
                      <a:r>
                        <a:rPr lang="en-US" sz="1400" dirty="0" err="1"/>
                        <a:t>lastName</a:t>
                      </a:r>
                      <a:r>
                        <a:rPr lang="en-US" sz="1400" dirty="0"/>
                        <a:t>":"Kumar",</a:t>
                      </a:r>
                    </a:p>
                    <a:p>
                      <a:r>
                        <a:rPr lang="en-US" sz="1400" dirty="0"/>
                        <a:t>"</a:t>
                      </a:r>
                      <a:r>
                        <a:rPr lang="en-US" sz="1400" dirty="0" err="1"/>
                        <a:t>Email":"ram.kumar@gmail.com</a:t>
                      </a:r>
                      <a:r>
                        <a:rPr lang="en-US" sz="1400" dirty="0"/>
                        <a:t>"</a:t>
                      </a:r>
                    </a:p>
                    <a:p>
                      <a:r>
                        <a:rPr lang="en-US" sz="1400" dirty="0"/>
                        <a:t>}</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Updated Customer”}</a:t>
                      </a:r>
                      <a:endParaRPr lang="en-US" sz="1400" dirty="0"/>
                    </a:p>
                  </a:txBody>
                  <a:tcPr marL="68580" marR="68580" marT="34290" marB="34290"/>
                </a:tc>
                <a:extLst>
                  <a:ext uri="{0D108BD9-81ED-4DB2-BD59-A6C34878D82A}">
                    <a16:rowId xmlns:a16="http://schemas.microsoft.com/office/drawing/2014/main" val="3779490705"/>
                  </a:ext>
                </a:extLst>
              </a:tr>
            </a:tbl>
          </a:graphicData>
        </a:graphic>
      </p:graphicFrame>
    </p:spTree>
    <p:extLst>
      <p:ext uri="{BB962C8B-B14F-4D97-AF65-F5344CB8AC3E}">
        <p14:creationId xmlns:p14="http://schemas.microsoft.com/office/powerpoint/2010/main" val="3078121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0390" y="0"/>
          <a:ext cx="9133610" cy="8176260"/>
        </p:xfrm>
        <a:graphic>
          <a:graphicData uri="http://schemas.openxmlformats.org/drawingml/2006/table">
            <a:tbl>
              <a:tblPr firstRow="1" bandRow="1">
                <a:tableStyleId>{5C22544A-7EE6-4342-B048-85BDC9FD1C3A}</a:tableStyleId>
              </a:tblPr>
              <a:tblGrid>
                <a:gridCol w="1501602">
                  <a:extLst>
                    <a:ext uri="{9D8B030D-6E8A-4147-A177-3AD203B41FA5}">
                      <a16:colId xmlns:a16="http://schemas.microsoft.com/office/drawing/2014/main" val="1442663255"/>
                    </a:ext>
                  </a:extLst>
                </a:gridCol>
                <a:gridCol w="730175">
                  <a:extLst>
                    <a:ext uri="{9D8B030D-6E8A-4147-A177-3AD203B41FA5}">
                      <a16:colId xmlns:a16="http://schemas.microsoft.com/office/drawing/2014/main" val="1743421613"/>
                    </a:ext>
                  </a:extLst>
                </a:gridCol>
                <a:gridCol w="2175252">
                  <a:extLst>
                    <a:ext uri="{9D8B030D-6E8A-4147-A177-3AD203B41FA5}">
                      <a16:colId xmlns:a16="http://schemas.microsoft.com/office/drawing/2014/main" val="3190066126"/>
                    </a:ext>
                  </a:extLst>
                </a:gridCol>
                <a:gridCol w="1568509">
                  <a:extLst>
                    <a:ext uri="{9D8B030D-6E8A-4147-A177-3AD203B41FA5}">
                      <a16:colId xmlns:a16="http://schemas.microsoft.com/office/drawing/2014/main" val="3933248800"/>
                    </a:ext>
                  </a:extLst>
                </a:gridCol>
                <a:gridCol w="968475">
                  <a:extLst>
                    <a:ext uri="{9D8B030D-6E8A-4147-A177-3AD203B41FA5}">
                      <a16:colId xmlns:a16="http://schemas.microsoft.com/office/drawing/2014/main" val="4075268255"/>
                    </a:ext>
                  </a:extLst>
                </a:gridCol>
                <a:gridCol w="2189597">
                  <a:extLst>
                    <a:ext uri="{9D8B030D-6E8A-4147-A177-3AD203B41FA5}">
                      <a16:colId xmlns:a16="http://schemas.microsoft.com/office/drawing/2014/main" val="2616012772"/>
                    </a:ext>
                  </a:extLst>
                </a:gridCol>
              </a:tblGrid>
              <a:tr h="481163">
                <a:tc>
                  <a:txBody>
                    <a:bodyPr/>
                    <a:lstStyle/>
                    <a:p>
                      <a:r>
                        <a:rPr lang="en-US" sz="1400" dirty="0"/>
                        <a:t>API’s</a:t>
                      </a:r>
                    </a:p>
                  </a:txBody>
                  <a:tcPr marL="68580" marR="68580" marT="34290" marB="34290"/>
                </a:tc>
                <a:tc>
                  <a:txBody>
                    <a:bodyPr/>
                    <a:lstStyle/>
                    <a:p>
                      <a:r>
                        <a:rPr lang="en-US" sz="1400" dirty="0"/>
                        <a:t>METHOD</a:t>
                      </a:r>
                    </a:p>
                  </a:txBody>
                  <a:tcPr marL="68580" marR="68580" marT="34290" marB="34290"/>
                </a:tc>
                <a:tc>
                  <a:txBody>
                    <a:bodyPr/>
                    <a:lstStyle/>
                    <a:p>
                      <a:r>
                        <a:rPr lang="en-US" sz="1400" dirty="0"/>
                        <a:t>URL</a:t>
                      </a:r>
                    </a:p>
                  </a:txBody>
                  <a:tcPr marL="68580" marR="68580" marT="34290" marB="34290"/>
                </a:tc>
                <a:tc>
                  <a:txBody>
                    <a:bodyPr/>
                    <a:lstStyle/>
                    <a:p>
                      <a:r>
                        <a:rPr lang="en-US" sz="1400" dirty="0"/>
                        <a:t>REQUEST</a:t>
                      </a:r>
                    </a:p>
                  </a:txBody>
                  <a:tcPr marL="68580" marR="68580" marT="34290" marB="34290"/>
                </a:tc>
                <a:tc>
                  <a:txBody>
                    <a:bodyPr/>
                    <a:lstStyle/>
                    <a:p>
                      <a:r>
                        <a:rPr lang="en-US" sz="1400" dirty="0"/>
                        <a:t>HTTP STATUS</a:t>
                      </a:r>
                    </a:p>
                  </a:txBody>
                  <a:tcPr marL="68580" marR="68580" marT="34290" marB="34290"/>
                </a:tc>
                <a:tc>
                  <a:txBody>
                    <a:bodyPr/>
                    <a:lstStyle/>
                    <a:p>
                      <a:r>
                        <a:rPr lang="en-US" sz="1400" dirty="0"/>
                        <a:t>RESPONSE</a:t>
                      </a:r>
                    </a:p>
                  </a:txBody>
                  <a:tcPr marL="68580" marR="68580" marT="34290" marB="34290"/>
                </a:tc>
                <a:extLst>
                  <a:ext uri="{0D108BD9-81ED-4DB2-BD59-A6C34878D82A}">
                    <a16:rowId xmlns:a16="http://schemas.microsoft.com/office/drawing/2014/main" val="3853153056"/>
                  </a:ext>
                </a:extLst>
              </a:tr>
              <a:tr h="1920240">
                <a:tc>
                  <a:txBody>
                    <a:bodyPr/>
                    <a:lstStyle/>
                    <a:p>
                      <a:r>
                        <a:rPr lang="en-US" sz="1400" dirty="0"/>
                        <a:t>Search</a:t>
                      </a:r>
                      <a:r>
                        <a:rPr lang="en-US" sz="1400" baseline="0" dirty="0"/>
                        <a:t> Price</a:t>
                      </a:r>
                      <a:endParaRPr lang="en-US" sz="1400" dirty="0"/>
                    </a:p>
                  </a:txBody>
                  <a:tcPr marL="68580" marR="68580" marT="34290" marB="34290"/>
                </a:tc>
                <a:tc>
                  <a:txBody>
                    <a:bodyPr/>
                    <a:lstStyle/>
                    <a:p>
                      <a:r>
                        <a:rPr lang="en-US" sz="1400" dirty="0"/>
                        <a:t>GET</a:t>
                      </a:r>
                    </a:p>
                  </a:txBody>
                  <a:tcPr marL="68580" marR="68580" marT="34290" marB="34290"/>
                </a:tc>
                <a:tc>
                  <a:txBody>
                    <a:bodyPr/>
                    <a:lstStyle/>
                    <a:p>
                      <a:r>
                        <a:rPr lang="en-US" sz="1400" dirty="0"/>
                        <a:t>{base-</a:t>
                      </a:r>
                      <a:r>
                        <a:rPr lang="en-US" sz="1400" dirty="0" err="1"/>
                        <a:t>url</a:t>
                      </a:r>
                      <a:r>
                        <a:rPr lang="en-US" sz="1400" dirty="0"/>
                        <a:t>}/price/v1.0/price/{id}</a:t>
                      </a:r>
                    </a:p>
                  </a:txBody>
                  <a:tcPr marL="68580" marR="68580" marT="34290" marB="34290"/>
                </a:tc>
                <a:tc>
                  <a:txBody>
                    <a:bodyPr/>
                    <a:lstStyle/>
                    <a:p>
                      <a:r>
                        <a:rPr lang="en-US" sz="1400" dirty="0"/>
                        <a:t>No Need</a:t>
                      </a:r>
                    </a:p>
                  </a:txBody>
                  <a:tcPr marL="68580" marR="68580" marT="34290" marB="34290"/>
                </a:tc>
                <a:tc>
                  <a:txBody>
                    <a:bodyPr/>
                    <a:lstStyle/>
                    <a:p>
                      <a:r>
                        <a:rPr lang="en-US" sz="1400" dirty="0"/>
                        <a:t>200 OK</a:t>
                      </a:r>
                    </a:p>
                  </a:txBody>
                  <a:tcPr marL="68580" marR="68580" marT="34290" marB="34290"/>
                </a:tc>
                <a:tc>
                  <a:txBody>
                    <a:bodyPr/>
                    <a:lstStyle/>
                    <a:p>
                      <a:r>
                        <a:rPr lang="en-US" sz="1400" dirty="0"/>
                        <a:t>[{</a:t>
                      </a:r>
                    </a:p>
                    <a:p>
                      <a:r>
                        <a:rPr lang="en-US" sz="1400" dirty="0"/>
                        <a:t>"id":101,</a:t>
                      </a:r>
                    </a:p>
                    <a:p>
                      <a:r>
                        <a:rPr lang="en-US" sz="1400" dirty="0"/>
                        <a:t>"</a:t>
                      </a:r>
                      <a:r>
                        <a:rPr lang="en-US" sz="1400" dirty="0" err="1"/>
                        <a:t>name":"Pen</a:t>
                      </a:r>
                      <a:r>
                        <a:rPr lang="en-US" sz="1400" dirty="0"/>
                        <a:t> Drive 32 GB",</a:t>
                      </a:r>
                    </a:p>
                    <a:p>
                      <a:r>
                        <a:rPr lang="en-US" sz="1400" dirty="0"/>
                        <a:t>"price":450</a:t>
                      </a:r>
                    </a:p>
                    <a:p>
                      <a:r>
                        <a:rPr lang="en-US" sz="1400" dirty="0"/>
                        <a:t>}]</a:t>
                      </a:r>
                    </a:p>
                  </a:txBody>
                  <a:tcPr marL="68580" marR="68580" marT="34290" marB="34290"/>
                </a:tc>
                <a:extLst>
                  <a:ext uri="{0D108BD9-81ED-4DB2-BD59-A6C34878D82A}">
                    <a16:rowId xmlns:a16="http://schemas.microsoft.com/office/drawing/2014/main" val="327580241"/>
                  </a:ext>
                </a:extLst>
              </a:tr>
              <a:tr h="1920240">
                <a:tc>
                  <a:txBody>
                    <a:bodyPr/>
                    <a:lstStyle/>
                    <a:p>
                      <a:r>
                        <a:rPr lang="en-US" sz="1400" dirty="0"/>
                        <a:t>Create</a:t>
                      </a:r>
                      <a:r>
                        <a:rPr lang="en-US" sz="1400" baseline="0" dirty="0"/>
                        <a:t> Price</a:t>
                      </a:r>
                      <a:endParaRPr lang="en-US" sz="1400" dirty="0"/>
                    </a:p>
                  </a:txBody>
                  <a:tcPr marL="68580" marR="68580" marT="34290" marB="34290"/>
                </a:tc>
                <a:tc>
                  <a:txBody>
                    <a:bodyPr/>
                    <a:lstStyle/>
                    <a:p>
                      <a:r>
                        <a:rPr lang="en-US" sz="1400" dirty="0"/>
                        <a:t>POST</a:t>
                      </a:r>
                    </a:p>
                  </a:txBody>
                  <a:tcPr marL="68580" marR="68580" marT="34290" marB="34290"/>
                </a:tc>
                <a:tc>
                  <a:txBody>
                    <a:bodyPr/>
                    <a:lstStyle/>
                    <a:p>
                      <a:r>
                        <a:rPr lang="en-US" sz="1400" dirty="0"/>
                        <a:t>{base-</a:t>
                      </a:r>
                      <a:r>
                        <a:rPr lang="en-US" sz="1400" dirty="0" err="1"/>
                        <a:t>url</a:t>
                      </a:r>
                      <a:r>
                        <a:rPr lang="en-US" sz="1400" dirty="0"/>
                        <a:t>}/price/v1.0/price</a:t>
                      </a:r>
                    </a:p>
                  </a:txBody>
                  <a:tcPr marL="68580" marR="68580" marT="34290" marB="34290"/>
                </a:tc>
                <a:tc>
                  <a:txBody>
                    <a:bodyPr/>
                    <a:lstStyle/>
                    <a:p>
                      <a:r>
                        <a:rPr lang="en-US" sz="1400" dirty="0"/>
                        <a:t>{</a:t>
                      </a:r>
                    </a:p>
                    <a:p>
                      <a:r>
                        <a:rPr lang="en-US" sz="1400" dirty="0"/>
                        <a:t>"</a:t>
                      </a:r>
                      <a:r>
                        <a:rPr lang="en-US" sz="1400" dirty="0" err="1"/>
                        <a:t>name":"Power</a:t>
                      </a:r>
                      <a:r>
                        <a:rPr lang="en-US" sz="1400" dirty="0"/>
                        <a:t> Bank 20000MAH",</a:t>
                      </a:r>
                    </a:p>
                    <a:p>
                      <a:r>
                        <a:rPr lang="en-US" sz="1400" dirty="0"/>
                        <a:t>"price":1700</a:t>
                      </a:r>
                    </a:p>
                    <a:p>
                      <a:r>
                        <a:rPr lang="en-US" sz="1400" dirty="0"/>
                        <a:t>}</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Created Price”}</a:t>
                      </a:r>
                      <a:endParaRPr lang="en-US" sz="1400" dirty="0"/>
                    </a:p>
                  </a:txBody>
                  <a:tcPr marL="68580" marR="68580" marT="34290" marB="34290"/>
                </a:tc>
                <a:extLst>
                  <a:ext uri="{0D108BD9-81ED-4DB2-BD59-A6C34878D82A}">
                    <a16:rowId xmlns:a16="http://schemas.microsoft.com/office/drawing/2014/main" val="604916881"/>
                  </a:ext>
                </a:extLst>
              </a:tr>
              <a:tr h="1920240">
                <a:tc>
                  <a:txBody>
                    <a:bodyPr/>
                    <a:lstStyle/>
                    <a:p>
                      <a:r>
                        <a:rPr lang="en-US" sz="1400" dirty="0"/>
                        <a:t>Delete</a:t>
                      </a:r>
                      <a:r>
                        <a:rPr lang="en-US" sz="1400" baseline="0" dirty="0"/>
                        <a:t> Price</a:t>
                      </a:r>
                      <a:endParaRPr lang="en-US" sz="1400" dirty="0"/>
                    </a:p>
                  </a:txBody>
                  <a:tcPr marL="68580" marR="68580" marT="34290" marB="34290"/>
                </a:tc>
                <a:tc>
                  <a:txBody>
                    <a:bodyPr/>
                    <a:lstStyle/>
                    <a:p>
                      <a:r>
                        <a:rPr lang="en-US" sz="1400" dirty="0"/>
                        <a:t>DELETE</a:t>
                      </a:r>
                    </a:p>
                  </a:txBody>
                  <a:tcPr marL="68580" marR="68580" marT="34290" marB="34290"/>
                </a:tc>
                <a:tc>
                  <a:txBody>
                    <a:bodyPr/>
                    <a:lstStyle/>
                    <a:p>
                      <a:r>
                        <a:rPr lang="en-US" sz="1400" dirty="0"/>
                        <a:t>{base-</a:t>
                      </a:r>
                      <a:r>
                        <a:rPr lang="en-US" sz="1400" dirty="0" err="1"/>
                        <a:t>url</a:t>
                      </a:r>
                      <a:r>
                        <a:rPr lang="en-US" sz="1400" dirty="0"/>
                        <a:t>}/price/v1.0/price/{id}</a:t>
                      </a:r>
                    </a:p>
                  </a:txBody>
                  <a:tcPr marL="68580" marR="68580" marT="34290" marB="34290"/>
                </a:tc>
                <a:tc>
                  <a:txBody>
                    <a:bodyPr/>
                    <a:lstStyle/>
                    <a:p>
                      <a:r>
                        <a:rPr lang="en-US" sz="1400" dirty="0"/>
                        <a:t>No Need</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Deleted Price”}</a:t>
                      </a:r>
                      <a:endParaRPr lang="en-US" sz="1400" dirty="0"/>
                    </a:p>
                  </a:txBody>
                  <a:tcPr marL="68580" marR="68580" marT="34290" marB="34290"/>
                </a:tc>
                <a:extLst>
                  <a:ext uri="{0D108BD9-81ED-4DB2-BD59-A6C34878D82A}">
                    <a16:rowId xmlns:a16="http://schemas.microsoft.com/office/drawing/2014/main" val="3412315988"/>
                  </a:ext>
                </a:extLst>
              </a:tr>
              <a:tr h="1920240">
                <a:tc>
                  <a:txBody>
                    <a:bodyPr/>
                    <a:lstStyle/>
                    <a:p>
                      <a:r>
                        <a:rPr lang="en-US" sz="1400" dirty="0"/>
                        <a:t>Update</a:t>
                      </a:r>
                      <a:r>
                        <a:rPr lang="en-US" sz="1400" baseline="0" dirty="0"/>
                        <a:t> Price</a:t>
                      </a:r>
                      <a:endParaRPr lang="en-US" sz="1400" dirty="0"/>
                    </a:p>
                  </a:txBody>
                  <a:tcPr marL="68580" marR="68580" marT="34290" marB="34290"/>
                </a:tc>
                <a:tc>
                  <a:txBody>
                    <a:bodyPr/>
                    <a:lstStyle/>
                    <a:p>
                      <a:r>
                        <a:rPr lang="en-US" sz="1400" dirty="0"/>
                        <a:t>POST</a:t>
                      </a:r>
                    </a:p>
                  </a:txBody>
                  <a:tcPr marL="68580" marR="68580" marT="34290" marB="34290"/>
                </a:tc>
                <a:tc>
                  <a:txBody>
                    <a:bodyPr/>
                    <a:lstStyle/>
                    <a:p>
                      <a:r>
                        <a:rPr lang="en-US" sz="1400" dirty="0"/>
                        <a:t>{base-</a:t>
                      </a:r>
                      <a:r>
                        <a:rPr lang="en-US" sz="1400" dirty="0" err="1"/>
                        <a:t>url</a:t>
                      </a:r>
                      <a:r>
                        <a:rPr lang="en-US" sz="1400" dirty="0"/>
                        <a:t>}/price/v1.0/price/{id}</a:t>
                      </a:r>
                    </a:p>
                  </a:txBody>
                  <a:tcPr marL="68580" marR="68580" marT="34290" marB="34290"/>
                </a:tc>
                <a:tc>
                  <a:txBody>
                    <a:bodyPr/>
                    <a:lstStyle/>
                    <a:p>
                      <a:r>
                        <a:rPr lang="en-US" sz="1400" dirty="0"/>
                        <a:t>{</a:t>
                      </a:r>
                    </a:p>
                    <a:p>
                      <a:r>
                        <a:rPr lang="en-US" sz="1400" dirty="0"/>
                        <a:t>"id":101,</a:t>
                      </a:r>
                    </a:p>
                    <a:p>
                      <a:r>
                        <a:rPr lang="en-US" sz="1400" dirty="0"/>
                        <a:t>"</a:t>
                      </a:r>
                      <a:r>
                        <a:rPr lang="en-US" sz="1400" dirty="0" err="1"/>
                        <a:t>name":"Pen</a:t>
                      </a:r>
                      <a:r>
                        <a:rPr lang="en-US" sz="1400" dirty="0"/>
                        <a:t> Drive 32 GB",</a:t>
                      </a:r>
                    </a:p>
                    <a:p>
                      <a:r>
                        <a:rPr lang="en-US" sz="1400" dirty="0"/>
                        <a:t>"price":470</a:t>
                      </a:r>
                    </a:p>
                    <a:p>
                      <a:r>
                        <a:rPr lang="en-US" sz="1400" dirty="0"/>
                        <a:t>}</a:t>
                      </a:r>
                    </a:p>
                  </a:txBody>
                  <a:tcPr marL="68580" marR="68580" marT="34290" marB="34290"/>
                </a:tc>
                <a:tc>
                  <a:txBody>
                    <a:bodyPr/>
                    <a:lstStyle/>
                    <a:p>
                      <a:r>
                        <a:rPr lang="en-US" sz="1400" dirty="0"/>
                        <a:t>200 OK</a:t>
                      </a:r>
                    </a:p>
                  </a:txBody>
                  <a:tcPr marL="68580" marR="68580" marT="34290" marB="34290"/>
                </a:tc>
                <a:tc>
                  <a:txBody>
                    <a:bodyPr/>
                    <a:lstStyle/>
                    <a:p>
                      <a:r>
                        <a:rPr lang="en-US" sz="1400" dirty="0"/>
                        <a:t>{“Status”:200,“Status </a:t>
                      </a:r>
                      <a:r>
                        <a:rPr lang="en-US" sz="1400" dirty="0" err="1"/>
                        <a:t>Msg</a:t>
                      </a:r>
                      <a:r>
                        <a:rPr lang="en-US" sz="1400" dirty="0"/>
                        <a:t>”:”Successfully</a:t>
                      </a:r>
                      <a:r>
                        <a:rPr lang="en-US" sz="1400" baseline="0" dirty="0"/>
                        <a:t> Updated Price”}</a:t>
                      </a:r>
                      <a:endParaRPr lang="en-US" sz="1400" dirty="0"/>
                    </a:p>
                  </a:txBody>
                  <a:tcPr marL="68580" marR="68580" marT="34290" marB="34290"/>
                </a:tc>
                <a:extLst>
                  <a:ext uri="{0D108BD9-81ED-4DB2-BD59-A6C34878D82A}">
                    <a16:rowId xmlns:a16="http://schemas.microsoft.com/office/drawing/2014/main" val="2558269627"/>
                  </a:ext>
                </a:extLst>
              </a:tr>
            </a:tbl>
          </a:graphicData>
        </a:graphic>
      </p:graphicFrame>
    </p:spTree>
    <p:extLst>
      <p:ext uri="{BB962C8B-B14F-4D97-AF65-F5344CB8AC3E}">
        <p14:creationId xmlns:p14="http://schemas.microsoft.com/office/powerpoint/2010/main" val="688338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p:cNvGraphicFramePr>
            <a:graphicFrameLocks noGrp="1"/>
          </p:cNvGraphicFramePr>
          <p:nvPr/>
        </p:nvGraphicFramePr>
        <p:xfrm>
          <a:off x="618744" y="817008"/>
          <a:ext cx="6096000" cy="1095468"/>
        </p:xfrm>
        <a:graphic>
          <a:graphicData uri="http://schemas.openxmlformats.org/drawingml/2006/table">
            <a:tbl>
              <a:tblPr/>
              <a:tblGrid>
                <a:gridCol w="1026059">
                  <a:extLst>
                    <a:ext uri="{9D8B030D-6E8A-4147-A177-3AD203B41FA5}">
                      <a16:colId xmlns:a16="http://schemas.microsoft.com/office/drawing/2014/main" val="20000"/>
                    </a:ext>
                  </a:extLst>
                </a:gridCol>
                <a:gridCol w="579422">
                  <a:extLst>
                    <a:ext uri="{9D8B030D-6E8A-4147-A177-3AD203B41FA5}">
                      <a16:colId xmlns:a16="http://schemas.microsoft.com/office/drawing/2014/main" val="20001"/>
                    </a:ext>
                  </a:extLst>
                </a:gridCol>
                <a:gridCol w="1943477">
                  <a:extLst>
                    <a:ext uri="{9D8B030D-6E8A-4147-A177-3AD203B41FA5}">
                      <a16:colId xmlns:a16="http://schemas.microsoft.com/office/drawing/2014/main" val="20002"/>
                    </a:ext>
                  </a:extLst>
                </a:gridCol>
                <a:gridCol w="2547042">
                  <a:extLst>
                    <a:ext uri="{9D8B030D-6E8A-4147-A177-3AD203B41FA5}">
                      <a16:colId xmlns:a16="http://schemas.microsoft.com/office/drawing/2014/main" val="20003"/>
                    </a:ext>
                  </a:extLst>
                </a:gridCol>
              </a:tblGrid>
              <a:tr h="181069">
                <a:tc>
                  <a:txBody>
                    <a:bodyPr/>
                    <a:lstStyle/>
                    <a:p>
                      <a:pPr algn="l" fontAlgn="b"/>
                      <a:r>
                        <a:rPr lang="en-IN" sz="1000" b="1" i="0" u="none" strike="noStrike">
                          <a:solidFill>
                            <a:srgbClr val="000000"/>
                          </a:solidFill>
                          <a:latin typeface="Calibri"/>
                        </a:rPr>
                        <a:t>Operation</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Method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API Details</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Remarks</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extLst>
                  <a:ext uri="{0D108BD9-81ED-4DB2-BD59-A6C34878D82A}">
                    <a16:rowId xmlns:a16="http://schemas.microsoft.com/office/drawing/2014/main" val="10000"/>
                  </a:ext>
                </a:extLst>
              </a:tr>
              <a:tr h="181069">
                <a:tc>
                  <a:txBody>
                    <a:bodyPr/>
                    <a:lstStyle/>
                    <a:p>
                      <a:pPr algn="l" fontAlgn="b"/>
                      <a:r>
                        <a:rPr lang="en-IN" sz="1000" b="1" i="0" u="none" strike="noStrike">
                          <a:solidFill>
                            <a:srgbClr val="000000"/>
                          </a:solidFill>
                          <a:latin typeface="Calibri"/>
                        </a:rPr>
                        <a:t>Signup Customer</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POST</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/api/v1/userSignup/</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{@RequestBody UserProfileDetailDto user}</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1069">
                <a:tc>
                  <a:txBody>
                    <a:bodyPr/>
                    <a:lstStyle/>
                    <a:p>
                      <a:pPr algn="l" fontAlgn="b"/>
                      <a:r>
                        <a:rPr lang="en-IN" sz="1000" b="1" i="0" u="none" strike="noStrike" dirty="0">
                          <a:solidFill>
                            <a:srgbClr val="000000"/>
                          </a:solidFill>
                          <a:latin typeface="Calibri"/>
                        </a:rPr>
                        <a:t>Signup Dealer</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POST</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/api/v1/user/userType/internal/</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{@RequestBody UserProfileDetailDto user}</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81069">
                <a:tc>
                  <a:txBody>
                    <a:bodyPr/>
                    <a:lstStyle/>
                    <a:p>
                      <a:pPr algn="l" fontAlgn="b"/>
                      <a:r>
                        <a:rPr lang="en-IN" sz="1000" b="1" i="0" u="none" strike="noStrike">
                          <a:solidFill>
                            <a:srgbClr val="000000"/>
                          </a:solidFill>
                          <a:latin typeface="Calibri"/>
                        </a:rPr>
                        <a:t>Get User</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GET</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/api/v1/user/{userId}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 </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1069">
                <a:tc>
                  <a:txBody>
                    <a:bodyPr/>
                    <a:lstStyle/>
                    <a:p>
                      <a:pPr algn="l" fontAlgn="b"/>
                      <a:r>
                        <a:rPr lang="en-IN" sz="1000" b="1" i="0" u="none" strike="noStrike">
                          <a:solidFill>
                            <a:srgbClr val="000000"/>
                          </a:solidFill>
                          <a:latin typeface="Calibri"/>
                        </a:rPr>
                        <a:t>Update user</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UPDATE</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/api/v1/user/{userId}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 @RequestBody UserProfileDetailDto user</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123">
                <a:tc>
                  <a:txBody>
                    <a:bodyPr/>
                    <a:lstStyle/>
                    <a:p>
                      <a:pPr algn="l" fontAlgn="b"/>
                      <a:r>
                        <a:rPr lang="en-IN" sz="1000" b="1" i="0" u="none" strike="noStrike">
                          <a:solidFill>
                            <a:srgbClr val="000000"/>
                          </a:solidFill>
                          <a:latin typeface="Calibri"/>
                        </a:rPr>
                        <a:t>Delete user</a:t>
                      </a:r>
                    </a:p>
                  </a:txBody>
                  <a:tcPr marL="9053" marR="9053" marT="905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DELETE</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/api/v1/user/{userId}</a:t>
                      </a:r>
                    </a:p>
                  </a:txBody>
                  <a:tcPr marL="9053" marR="9053" marT="905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1000" b="0" i="0" u="none" strike="noStrike" dirty="0">
                          <a:solidFill>
                            <a:srgbClr val="000000"/>
                          </a:solidFill>
                          <a:latin typeface="Calibri"/>
                        </a:rPr>
                        <a:t> </a:t>
                      </a:r>
                    </a:p>
                  </a:txBody>
                  <a:tcPr marL="9053" marR="9053" marT="905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Box 9"/>
          <p:cNvSpPr txBox="1"/>
          <p:nvPr/>
        </p:nvSpPr>
        <p:spPr>
          <a:xfrm>
            <a:off x="1463040" y="539496"/>
            <a:ext cx="2880360" cy="338554"/>
          </a:xfrm>
          <a:prstGeom prst="rect">
            <a:avLst/>
          </a:prstGeom>
          <a:noFill/>
        </p:spPr>
        <p:txBody>
          <a:bodyPr wrap="square" rtlCol="0">
            <a:spAutoFit/>
          </a:bodyPr>
          <a:lstStyle/>
          <a:p>
            <a:r>
              <a:rPr lang="en-US" sz="1600" b="1" dirty="0">
                <a:solidFill>
                  <a:srgbClr val="002060"/>
                </a:solidFill>
                <a:latin typeface="Arial" panose="020B0604020202020204" pitchFamily="34" charset="0"/>
                <a:cs typeface="Arial" panose="020B0604020202020204" pitchFamily="34" charset="0"/>
              </a:rPr>
              <a:t>Customer API Details</a:t>
            </a:r>
            <a:endParaRPr lang="en-IN" sz="1600" b="1" dirty="0" err="1">
              <a:solidFill>
                <a:srgbClr val="002060"/>
              </a:solidFill>
              <a:latin typeface="Arial" panose="020B0604020202020204" pitchFamily="34" charset="0"/>
              <a:cs typeface="Arial" panose="020B0604020202020204" pitchFamily="34" charset="0"/>
            </a:endParaRPr>
          </a:p>
        </p:txBody>
      </p:sp>
      <p:graphicFrame>
        <p:nvGraphicFramePr>
          <p:cNvPr id="11" name="Table 10"/>
          <p:cNvGraphicFramePr>
            <a:graphicFrameLocks noGrp="1"/>
          </p:cNvGraphicFramePr>
          <p:nvPr/>
        </p:nvGraphicFramePr>
        <p:xfrm>
          <a:off x="637032" y="2790408"/>
          <a:ext cx="6096000" cy="691844"/>
        </p:xfrm>
        <a:graphic>
          <a:graphicData uri="http://schemas.openxmlformats.org/drawingml/2006/table">
            <a:tbl>
              <a:tblPr/>
              <a:tblGrid>
                <a:gridCol w="1143737">
                  <a:extLst>
                    <a:ext uri="{9D8B030D-6E8A-4147-A177-3AD203B41FA5}">
                      <a16:colId xmlns:a16="http://schemas.microsoft.com/office/drawing/2014/main" val="20000"/>
                    </a:ext>
                  </a:extLst>
                </a:gridCol>
                <a:gridCol w="565973">
                  <a:extLst>
                    <a:ext uri="{9D8B030D-6E8A-4147-A177-3AD203B41FA5}">
                      <a16:colId xmlns:a16="http://schemas.microsoft.com/office/drawing/2014/main" val="20001"/>
                    </a:ext>
                  </a:extLst>
                </a:gridCol>
                <a:gridCol w="1898367">
                  <a:extLst>
                    <a:ext uri="{9D8B030D-6E8A-4147-A177-3AD203B41FA5}">
                      <a16:colId xmlns:a16="http://schemas.microsoft.com/office/drawing/2014/main" val="20002"/>
                    </a:ext>
                  </a:extLst>
                </a:gridCol>
                <a:gridCol w="2487923">
                  <a:extLst>
                    <a:ext uri="{9D8B030D-6E8A-4147-A177-3AD203B41FA5}">
                      <a16:colId xmlns:a16="http://schemas.microsoft.com/office/drawing/2014/main" val="20003"/>
                    </a:ext>
                  </a:extLst>
                </a:gridCol>
              </a:tblGrid>
              <a:tr h="0">
                <a:tc>
                  <a:txBody>
                    <a:bodyPr/>
                    <a:lstStyle/>
                    <a:p>
                      <a:pPr algn="l" fontAlgn="b"/>
                      <a:r>
                        <a:rPr lang="en-IN" sz="1000" b="1" i="0" u="none" strike="noStrike">
                          <a:solidFill>
                            <a:srgbClr val="000000"/>
                          </a:solidFill>
                          <a:latin typeface="Calibri"/>
                        </a:rPr>
                        <a:t>Operation</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Method</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API Details</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Remarks</a:t>
                      </a: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extLst>
                  <a:ext uri="{0D108BD9-81ED-4DB2-BD59-A6C34878D82A}">
                    <a16:rowId xmlns:a16="http://schemas.microsoft.com/office/drawing/2014/main" val="10000"/>
                  </a:ext>
                </a:extLst>
              </a:tr>
              <a:tr h="176867">
                <a:tc>
                  <a:txBody>
                    <a:bodyPr/>
                    <a:lstStyle/>
                    <a:p>
                      <a:pPr algn="l" fontAlgn="b"/>
                      <a:r>
                        <a:rPr lang="en-IN" sz="1000" b="1" i="0" u="none" strike="noStrike">
                          <a:solidFill>
                            <a:srgbClr val="000000"/>
                          </a:solidFill>
                          <a:latin typeface="Calibri"/>
                        </a:rPr>
                        <a:t>Search Item</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GET</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/api/v1/search/{item}</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 </a:t>
                      </a: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6867">
                <a:tc>
                  <a:txBody>
                    <a:bodyPr/>
                    <a:lstStyle/>
                    <a:p>
                      <a:pPr algn="l" fontAlgn="b"/>
                      <a:r>
                        <a:rPr lang="en-IN" sz="1000" b="1" i="0" u="none" strike="noStrike">
                          <a:solidFill>
                            <a:srgbClr val="000000"/>
                          </a:solidFill>
                          <a:latin typeface="Calibri"/>
                        </a:rPr>
                        <a:t>Get Item</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GET</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/api/v1/itemDetails</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@RequestBody ItemDetailRequestDTO dto</a:t>
                      </a: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76867">
                <a:tc>
                  <a:txBody>
                    <a:bodyPr/>
                    <a:lstStyle/>
                    <a:p>
                      <a:pPr algn="l" fontAlgn="b"/>
                      <a:r>
                        <a:rPr lang="en-IN" sz="1000" b="1" i="0" u="none" strike="noStrike">
                          <a:solidFill>
                            <a:srgbClr val="000000"/>
                          </a:solidFill>
                          <a:latin typeface="Calibri"/>
                        </a:rPr>
                        <a:t>Get Recommended</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GET</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/api/v1/recommendedItems</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dirty="0">
                          <a:solidFill>
                            <a:srgbClr val="000000"/>
                          </a:solidFill>
                          <a:latin typeface="Calibri"/>
                        </a:rPr>
                        <a:t>@</a:t>
                      </a:r>
                      <a:r>
                        <a:rPr lang="en-IN" sz="1000" b="0" i="0" u="none" strike="noStrike" dirty="0" err="1">
                          <a:solidFill>
                            <a:srgbClr val="000000"/>
                          </a:solidFill>
                          <a:latin typeface="Calibri"/>
                        </a:rPr>
                        <a:t>RequestBody</a:t>
                      </a:r>
                      <a:r>
                        <a:rPr lang="en-IN" sz="1000" b="0" i="0" u="none" strike="noStrike" dirty="0">
                          <a:solidFill>
                            <a:srgbClr val="000000"/>
                          </a:solidFill>
                          <a:latin typeface="Calibri"/>
                        </a:rPr>
                        <a:t> </a:t>
                      </a:r>
                      <a:r>
                        <a:rPr lang="en-IN" sz="1000" b="0" i="0" u="none" strike="noStrike" dirty="0" err="1">
                          <a:solidFill>
                            <a:srgbClr val="000000"/>
                          </a:solidFill>
                          <a:latin typeface="Calibri"/>
                        </a:rPr>
                        <a:t>ItemDetailRequestDTO</a:t>
                      </a:r>
                      <a:r>
                        <a:rPr lang="en-IN" sz="1000" b="0" i="0" u="none" strike="noStrike" dirty="0">
                          <a:solidFill>
                            <a:srgbClr val="000000"/>
                          </a:solidFill>
                          <a:latin typeface="Calibri"/>
                        </a:rPr>
                        <a:t> </a:t>
                      </a:r>
                      <a:r>
                        <a:rPr lang="en-IN" sz="1000" b="0" i="0" u="none" strike="noStrike" dirty="0" err="1">
                          <a:solidFill>
                            <a:srgbClr val="000000"/>
                          </a:solidFill>
                          <a:latin typeface="Calibri"/>
                        </a:rPr>
                        <a:t>dto</a:t>
                      </a:r>
                      <a:endParaRPr lang="en-IN" sz="1000" b="0" i="0" u="none" strike="noStrike" dirty="0">
                        <a:solidFill>
                          <a:srgbClr val="000000"/>
                        </a:solidFill>
                        <a:latin typeface="Calibri"/>
                      </a:endParaRP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Box 11"/>
          <p:cNvSpPr txBox="1"/>
          <p:nvPr/>
        </p:nvSpPr>
        <p:spPr>
          <a:xfrm>
            <a:off x="1633728" y="2255520"/>
            <a:ext cx="2880360" cy="338554"/>
          </a:xfrm>
          <a:prstGeom prst="rect">
            <a:avLst/>
          </a:prstGeom>
          <a:noFill/>
        </p:spPr>
        <p:txBody>
          <a:bodyPr wrap="square" rtlCol="0">
            <a:spAutoFit/>
          </a:bodyPr>
          <a:lstStyle/>
          <a:p>
            <a:r>
              <a:rPr lang="en-US" sz="1600" b="1" dirty="0">
                <a:solidFill>
                  <a:srgbClr val="002060"/>
                </a:solidFill>
                <a:latin typeface="Arial" panose="020B0604020202020204" pitchFamily="34" charset="0"/>
                <a:cs typeface="Arial" panose="020B0604020202020204" pitchFamily="34" charset="0"/>
              </a:rPr>
              <a:t>Search API Details</a:t>
            </a:r>
            <a:endParaRPr lang="en-IN" sz="1600" b="1" dirty="0" err="1">
              <a:solidFill>
                <a:srgbClr val="002060"/>
              </a:solidFill>
              <a:latin typeface="Arial" panose="020B0604020202020204" pitchFamily="34" charset="0"/>
              <a:cs typeface="Arial" panose="020B0604020202020204" pitchFamily="34" charset="0"/>
            </a:endParaRPr>
          </a:p>
        </p:txBody>
      </p:sp>
      <p:graphicFrame>
        <p:nvGraphicFramePr>
          <p:cNvPr id="13" name="Table 12"/>
          <p:cNvGraphicFramePr>
            <a:graphicFrameLocks noGrp="1"/>
          </p:cNvGraphicFramePr>
          <p:nvPr/>
        </p:nvGraphicFramePr>
        <p:xfrm>
          <a:off x="646176" y="4049947"/>
          <a:ext cx="6096001" cy="353734"/>
        </p:xfrm>
        <a:graphic>
          <a:graphicData uri="http://schemas.openxmlformats.org/drawingml/2006/table">
            <a:tbl>
              <a:tblPr/>
              <a:tblGrid>
                <a:gridCol w="1143737">
                  <a:extLst>
                    <a:ext uri="{9D8B030D-6E8A-4147-A177-3AD203B41FA5}">
                      <a16:colId xmlns:a16="http://schemas.microsoft.com/office/drawing/2014/main" val="20000"/>
                    </a:ext>
                  </a:extLst>
                </a:gridCol>
                <a:gridCol w="565973">
                  <a:extLst>
                    <a:ext uri="{9D8B030D-6E8A-4147-A177-3AD203B41FA5}">
                      <a16:colId xmlns:a16="http://schemas.microsoft.com/office/drawing/2014/main" val="20001"/>
                    </a:ext>
                  </a:extLst>
                </a:gridCol>
                <a:gridCol w="1898368">
                  <a:extLst>
                    <a:ext uri="{9D8B030D-6E8A-4147-A177-3AD203B41FA5}">
                      <a16:colId xmlns:a16="http://schemas.microsoft.com/office/drawing/2014/main" val="20002"/>
                    </a:ext>
                  </a:extLst>
                </a:gridCol>
                <a:gridCol w="2487923">
                  <a:extLst>
                    <a:ext uri="{9D8B030D-6E8A-4147-A177-3AD203B41FA5}">
                      <a16:colId xmlns:a16="http://schemas.microsoft.com/office/drawing/2014/main" val="20003"/>
                    </a:ext>
                  </a:extLst>
                </a:gridCol>
              </a:tblGrid>
              <a:tr h="176867">
                <a:tc>
                  <a:txBody>
                    <a:bodyPr/>
                    <a:lstStyle/>
                    <a:p>
                      <a:pPr algn="l" fontAlgn="b"/>
                      <a:r>
                        <a:rPr lang="en-IN" sz="1000" b="1" i="0" u="none" strike="noStrike">
                          <a:solidFill>
                            <a:srgbClr val="000000"/>
                          </a:solidFill>
                          <a:latin typeface="Calibri"/>
                        </a:rPr>
                        <a:t>Operation</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Method</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API Details</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1000" b="1" i="0" u="none" strike="noStrike">
                          <a:solidFill>
                            <a:srgbClr val="000000"/>
                          </a:solidFill>
                          <a:latin typeface="Calibri"/>
                        </a:rPr>
                        <a:t>Remarks</a:t>
                      </a: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extLst>
                  <a:ext uri="{0D108BD9-81ED-4DB2-BD59-A6C34878D82A}">
                    <a16:rowId xmlns:a16="http://schemas.microsoft.com/office/drawing/2014/main" val="10000"/>
                  </a:ext>
                </a:extLst>
              </a:tr>
              <a:tr h="176867">
                <a:tc>
                  <a:txBody>
                    <a:bodyPr/>
                    <a:lstStyle/>
                    <a:p>
                      <a:pPr algn="l" fontAlgn="b"/>
                      <a:r>
                        <a:rPr lang="en-IN" sz="1000" b="1" i="0" u="none" strike="noStrike">
                          <a:solidFill>
                            <a:srgbClr val="000000"/>
                          </a:solidFill>
                          <a:latin typeface="Calibri"/>
                        </a:rPr>
                        <a:t>Get Item Price</a:t>
                      </a:r>
                    </a:p>
                  </a:txBody>
                  <a:tcPr marL="8843" marR="8843" marT="884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1" i="0" u="none" strike="noStrike">
                          <a:solidFill>
                            <a:srgbClr val="FF0000"/>
                          </a:solidFill>
                          <a:latin typeface="Calibri"/>
                        </a:rPr>
                        <a:t>GET</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a:solidFill>
                            <a:srgbClr val="000000"/>
                          </a:solidFill>
                          <a:latin typeface="Calibri"/>
                        </a:rPr>
                        <a:t>/api/v1/item-pricing/{item}</a:t>
                      </a:r>
                    </a:p>
                  </a:txBody>
                  <a:tcPr marL="8843" marR="8843" marT="884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000" b="0" i="0" u="none" strike="noStrike" dirty="0">
                          <a:solidFill>
                            <a:srgbClr val="000000"/>
                          </a:solidFill>
                          <a:latin typeface="Calibri"/>
                        </a:rPr>
                        <a:t>@</a:t>
                      </a:r>
                      <a:r>
                        <a:rPr lang="en-IN" sz="1000" b="0" i="0" u="none" strike="noStrike" dirty="0" err="1">
                          <a:solidFill>
                            <a:srgbClr val="000000"/>
                          </a:solidFill>
                          <a:latin typeface="Calibri"/>
                        </a:rPr>
                        <a:t>RequestBody</a:t>
                      </a:r>
                      <a:r>
                        <a:rPr lang="en-IN" sz="1000" b="0" i="0" u="none" strike="noStrike" dirty="0">
                          <a:solidFill>
                            <a:srgbClr val="000000"/>
                          </a:solidFill>
                          <a:latin typeface="Calibri"/>
                        </a:rPr>
                        <a:t> </a:t>
                      </a:r>
                      <a:r>
                        <a:rPr lang="en-IN" sz="1000" b="0" i="0" u="none" strike="noStrike" dirty="0" err="1">
                          <a:solidFill>
                            <a:srgbClr val="000000"/>
                          </a:solidFill>
                          <a:latin typeface="Calibri"/>
                        </a:rPr>
                        <a:t>ItemDetailRequestDTO</a:t>
                      </a:r>
                      <a:r>
                        <a:rPr lang="en-IN" sz="1000" b="0" i="0" u="none" strike="noStrike" dirty="0">
                          <a:solidFill>
                            <a:srgbClr val="000000"/>
                          </a:solidFill>
                          <a:latin typeface="Calibri"/>
                        </a:rPr>
                        <a:t> </a:t>
                      </a:r>
                      <a:r>
                        <a:rPr lang="en-IN" sz="1000" b="0" i="0" u="none" strike="noStrike" dirty="0" err="1">
                          <a:solidFill>
                            <a:srgbClr val="000000"/>
                          </a:solidFill>
                          <a:latin typeface="Calibri"/>
                        </a:rPr>
                        <a:t>dto</a:t>
                      </a:r>
                      <a:endParaRPr lang="en-IN" sz="1000" b="0" i="0" u="none" strike="noStrike" dirty="0">
                        <a:solidFill>
                          <a:srgbClr val="000000"/>
                        </a:solidFill>
                        <a:latin typeface="Calibri"/>
                      </a:endParaRPr>
                    </a:p>
                  </a:txBody>
                  <a:tcPr marL="8843" marR="8843" marT="884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4" name="TextBox 13"/>
          <p:cNvSpPr txBox="1"/>
          <p:nvPr/>
        </p:nvSpPr>
        <p:spPr>
          <a:xfrm>
            <a:off x="1639824" y="3697224"/>
            <a:ext cx="2880360" cy="338554"/>
          </a:xfrm>
          <a:prstGeom prst="rect">
            <a:avLst/>
          </a:prstGeom>
          <a:noFill/>
        </p:spPr>
        <p:txBody>
          <a:bodyPr wrap="square" rtlCol="0">
            <a:spAutoFit/>
          </a:bodyPr>
          <a:lstStyle/>
          <a:p>
            <a:r>
              <a:rPr lang="en-US" sz="1600" b="1" dirty="0">
                <a:solidFill>
                  <a:srgbClr val="002060"/>
                </a:solidFill>
                <a:latin typeface="Arial" panose="020B0604020202020204" pitchFamily="34" charset="0"/>
                <a:cs typeface="Arial" panose="020B0604020202020204" pitchFamily="34" charset="0"/>
              </a:rPr>
              <a:t>Pricing API Details</a:t>
            </a:r>
            <a:endParaRPr lang="en-IN" sz="1600" b="1" dirty="0" err="1">
              <a:solidFill>
                <a:srgbClr val="00206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96252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463040" y="539496"/>
            <a:ext cx="3803904" cy="338554"/>
          </a:xfrm>
          <a:prstGeom prst="rect">
            <a:avLst/>
          </a:prstGeom>
          <a:noFill/>
        </p:spPr>
        <p:txBody>
          <a:bodyPr wrap="square" rtlCol="0">
            <a:spAutoFit/>
          </a:bodyPr>
          <a:lstStyle/>
          <a:p>
            <a:r>
              <a:rPr lang="en-US" sz="1600" b="1" dirty="0">
                <a:solidFill>
                  <a:srgbClr val="002060"/>
                </a:solidFill>
                <a:latin typeface="Arial" panose="020B0604020202020204" pitchFamily="34" charset="0"/>
                <a:cs typeface="Arial" panose="020B0604020202020204" pitchFamily="34" charset="0"/>
              </a:rPr>
              <a:t>Order Management API Details</a:t>
            </a:r>
            <a:endParaRPr lang="en-IN" sz="1600" b="1" dirty="0" err="1">
              <a:solidFill>
                <a:srgbClr val="002060"/>
              </a:solidFill>
              <a:latin typeface="Arial" panose="020B0604020202020204" pitchFamily="34" charset="0"/>
              <a:cs typeface="Arial" panose="020B0604020202020204" pitchFamily="34" charset="0"/>
            </a:endParaRPr>
          </a:p>
        </p:txBody>
      </p:sp>
      <p:graphicFrame>
        <p:nvGraphicFramePr>
          <p:cNvPr id="15" name="Table 14"/>
          <p:cNvGraphicFramePr>
            <a:graphicFrameLocks noGrp="1"/>
          </p:cNvGraphicFramePr>
          <p:nvPr/>
        </p:nvGraphicFramePr>
        <p:xfrm>
          <a:off x="612648" y="941834"/>
          <a:ext cx="7799832" cy="3621025"/>
        </p:xfrm>
        <a:graphic>
          <a:graphicData uri="http://schemas.openxmlformats.org/drawingml/2006/table">
            <a:tbl>
              <a:tblPr/>
              <a:tblGrid>
                <a:gridCol w="1304454">
                  <a:extLst>
                    <a:ext uri="{9D8B030D-6E8A-4147-A177-3AD203B41FA5}">
                      <a16:colId xmlns:a16="http://schemas.microsoft.com/office/drawing/2014/main" val="20000"/>
                    </a:ext>
                  </a:extLst>
                </a:gridCol>
                <a:gridCol w="645504">
                  <a:extLst>
                    <a:ext uri="{9D8B030D-6E8A-4147-A177-3AD203B41FA5}">
                      <a16:colId xmlns:a16="http://schemas.microsoft.com/office/drawing/2014/main" val="20001"/>
                    </a:ext>
                  </a:extLst>
                </a:gridCol>
                <a:gridCol w="3012348">
                  <a:extLst>
                    <a:ext uri="{9D8B030D-6E8A-4147-A177-3AD203B41FA5}">
                      <a16:colId xmlns:a16="http://schemas.microsoft.com/office/drawing/2014/main" val="20002"/>
                    </a:ext>
                  </a:extLst>
                </a:gridCol>
                <a:gridCol w="2837526">
                  <a:extLst>
                    <a:ext uri="{9D8B030D-6E8A-4147-A177-3AD203B41FA5}">
                      <a16:colId xmlns:a16="http://schemas.microsoft.com/office/drawing/2014/main" val="20003"/>
                    </a:ext>
                  </a:extLst>
                </a:gridCol>
              </a:tblGrid>
              <a:tr h="300500">
                <a:tc>
                  <a:txBody>
                    <a:bodyPr/>
                    <a:lstStyle/>
                    <a:p>
                      <a:pPr algn="l" fontAlgn="b"/>
                      <a:r>
                        <a:rPr lang="en-IN" sz="900" b="1" i="0" u="none" strike="noStrike">
                          <a:solidFill>
                            <a:srgbClr val="000000"/>
                          </a:solidFill>
                          <a:latin typeface="Calibri"/>
                        </a:rPr>
                        <a:t>Operation</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900" b="1" i="0" u="none" strike="noStrike">
                          <a:solidFill>
                            <a:srgbClr val="000000"/>
                          </a:solidFill>
                          <a:latin typeface="Calibri"/>
                        </a:rPr>
                        <a:t>Method</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900" b="1" i="0" u="none" strike="noStrike">
                          <a:solidFill>
                            <a:srgbClr val="000000"/>
                          </a:solidFill>
                          <a:latin typeface="Calibri"/>
                        </a:rPr>
                        <a:t>API Details</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tc>
                  <a:txBody>
                    <a:bodyPr/>
                    <a:lstStyle/>
                    <a:p>
                      <a:pPr algn="l" fontAlgn="b"/>
                      <a:r>
                        <a:rPr lang="en-IN" sz="900" b="1" i="0" u="none" strike="noStrike">
                          <a:solidFill>
                            <a:srgbClr val="000000"/>
                          </a:solidFill>
                          <a:latin typeface="Calibri"/>
                        </a:rPr>
                        <a:t>Remarks</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DB4E3"/>
                    </a:solidFill>
                  </a:tcPr>
                </a:tc>
                <a:extLst>
                  <a:ext uri="{0D108BD9-81ED-4DB2-BD59-A6C34878D82A}">
                    <a16:rowId xmlns:a16="http://schemas.microsoft.com/office/drawing/2014/main" val="10000"/>
                  </a:ext>
                </a:extLst>
              </a:tr>
              <a:tr h="300500">
                <a:tc>
                  <a:txBody>
                    <a:bodyPr/>
                    <a:lstStyle/>
                    <a:p>
                      <a:pPr algn="l" fontAlgn="b"/>
                      <a:r>
                        <a:rPr lang="en-IN" sz="900" b="1" i="0" u="none" strike="noStrike">
                          <a:solidFill>
                            <a:srgbClr val="000000"/>
                          </a:solidFill>
                          <a:latin typeface="Calibri"/>
                        </a:rPr>
                        <a:t>Add to Cart</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POST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{@RequestBody UserProfileDetailDto user}</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0500">
                <a:tc>
                  <a:txBody>
                    <a:bodyPr/>
                    <a:lstStyle/>
                    <a:p>
                      <a:pPr algn="l" fontAlgn="b"/>
                      <a:r>
                        <a:rPr lang="en-IN" sz="900" b="1" i="0" u="none" strike="noStrike">
                          <a:solidFill>
                            <a:srgbClr val="000000"/>
                          </a:solidFill>
                          <a:latin typeface="Calibri"/>
                        </a:rPr>
                        <a:t>Get Count</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GET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/api/v1/cart/count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{@RequestBody UserProfileDetailDto user}</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0500">
                <a:tc>
                  <a:txBody>
                    <a:bodyPr/>
                    <a:lstStyle/>
                    <a:p>
                      <a:pPr algn="l" fontAlgn="b"/>
                      <a:r>
                        <a:rPr lang="en-IN" sz="900" b="1" i="0" u="none" strike="noStrike">
                          <a:solidFill>
                            <a:srgbClr val="000000"/>
                          </a:solidFill>
                          <a:latin typeface="Calibri"/>
                        </a:rPr>
                        <a:t>Get Cart</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GET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/api/v1/{cart_type}/{order_type}/cart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 </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01000">
                <a:tc>
                  <a:txBody>
                    <a:bodyPr/>
                    <a:lstStyle/>
                    <a:p>
                      <a:pPr algn="l" fontAlgn="b"/>
                      <a:r>
                        <a:rPr lang="en-IN" sz="900" b="1" i="0" u="none" strike="noStrike">
                          <a:solidFill>
                            <a:srgbClr val="000000"/>
                          </a:solidFill>
                          <a:latin typeface="Calibri"/>
                        </a:rPr>
                        <a:t>Apply Promo</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POST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/api/v1/cart/apply_promo</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RequestParam("cart_id") ,RequestParam("promo_code")</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01500">
                <a:tc>
                  <a:txBody>
                    <a:bodyPr/>
                    <a:lstStyle/>
                    <a:p>
                      <a:pPr algn="l" fontAlgn="b"/>
                      <a:r>
                        <a:rPr lang="en-IN" sz="900" b="1" i="0" u="none" strike="noStrike">
                          <a:solidFill>
                            <a:srgbClr val="000000"/>
                          </a:solidFill>
                          <a:latin typeface="Calibri"/>
                        </a:rPr>
                        <a:t>Update Cart</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PUT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/api/v1/{cart_type}/{order_type}/cart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PathVariable("cart_type"),PathVariable("order_type"),List&lt;CartLineUpdatableModel&gt; cartLineModels</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0500">
                <a:tc>
                  <a:txBody>
                    <a:bodyPr/>
                    <a:lstStyle/>
                    <a:p>
                      <a:pPr algn="l" fontAlgn="b"/>
                      <a:r>
                        <a:rPr lang="en-IN" sz="900" b="1" i="0" u="none" strike="noStrike">
                          <a:solidFill>
                            <a:srgbClr val="000000"/>
                          </a:solidFill>
                          <a:latin typeface="Calibri"/>
                        </a:rPr>
                        <a:t>Delete Cart</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DELETE</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/api/v1/cartline/{ids}</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 </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00500">
                <a:tc>
                  <a:txBody>
                    <a:bodyPr/>
                    <a:lstStyle/>
                    <a:p>
                      <a:pPr algn="l" fontAlgn="b"/>
                      <a:r>
                        <a:rPr lang="en-IN" sz="900" b="1" i="0" u="none" strike="noStrike">
                          <a:solidFill>
                            <a:srgbClr val="000000"/>
                          </a:solidFill>
                          <a:latin typeface="Calibri"/>
                        </a:rPr>
                        <a:t>Get ShiptoAddresss</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GET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api/v1/customer/shiptodetails/{customer_id}</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 </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5525">
                <a:tc>
                  <a:txBody>
                    <a:bodyPr/>
                    <a:lstStyle/>
                    <a:p>
                      <a:pPr algn="l" fontAlgn="b"/>
                      <a:r>
                        <a:rPr lang="en-IN" sz="900" b="1" i="0" u="none" strike="noStrike">
                          <a:solidFill>
                            <a:srgbClr val="000000"/>
                          </a:solidFill>
                          <a:latin typeface="Calibri"/>
                        </a:rPr>
                        <a:t>Place Order</a:t>
                      </a:r>
                    </a:p>
                  </a:txBody>
                  <a:tcPr marL="7883" marR="7883" marT="7883"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FF0000"/>
                          </a:solidFill>
                          <a:latin typeface="Calibri"/>
                        </a:rPr>
                        <a:t>POST</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900" b="1" i="0" u="none" strike="noStrike">
                          <a:solidFill>
                            <a:srgbClr val="000000"/>
                          </a:solidFill>
                          <a:latin typeface="Calibri"/>
                        </a:rPr>
                        <a:t>/api/v1//{cart_type}/{order_type}/order</a:t>
                      </a:r>
                    </a:p>
                  </a:txBody>
                  <a:tcPr marL="7883" marR="7883" marT="788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IN" sz="900" b="1" i="0" u="none" strike="noStrike" dirty="0">
                          <a:solidFill>
                            <a:srgbClr val="000000"/>
                          </a:solidFill>
                          <a:latin typeface="Calibri"/>
                        </a:rPr>
                        <a:t> </a:t>
                      </a:r>
                    </a:p>
                  </a:txBody>
                  <a:tcPr marL="7883" marR="7883" marT="7883"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4190005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426dbe4439330ee44a4063&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heme/theme1.xml><?xml version="1.0" encoding="utf-8"?>
<a:theme xmlns:a="http://schemas.openxmlformats.org/drawingml/2006/main" name="Wipro 2017 PPT Theme">
  <a:themeElements>
    <a:clrScheme name="Wipro Template 2014">
      <a:dk1>
        <a:srgbClr val="000000"/>
      </a:dk1>
      <a:lt1>
        <a:srgbClr val="FFFFFF"/>
      </a:lt1>
      <a:dk2>
        <a:srgbClr val="0E3570"/>
      </a:dk2>
      <a:lt2>
        <a:srgbClr val="F2F2F2"/>
      </a:lt2>
      <a:accent1>
        <a:srgbClr val="0E3570"/>
      </a:accent1>
      <a:accent2>
        <a:srgbClr val="646363"/>
      </a:accent2>
      <a:accent3>
        <a:srgbClr val="6DC24B"/>
      </a:accent3>
      <a:accent4>
        <a:srgbClr val="FFDA29"/>
      </a:accent4>
      <a:accent5>
        <a:srgbClr val="EF3341"/>
      </a:accent5>
      <a:accent6>
        <a:srgbClr val="00A2E0"/>
      </a:accent6>
      <a:hlink>
        <a:srgbClr val="646363"/>
      </a:hlink>
      <a:folHlink>
        <a:srgbClr val="646363"/>
      </a:folHlink>
    </a:clrScheme>
    <a:fontScheme name="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20000"/>
            <a:lumOff val="80000"/>
          </a:schemeClr>
        </a:solidFill>
        <a:ln w="6350">
          <a:solidFill>
            <a:schemeClr val="accent2"/>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6350">
          <a:solidFill>
            <a:schemeClr val="accent2"/>
          </a:solidFill>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1400" dirty="0" smtClean="0">
            <a:solidFill>
              <a:schemeClr val="accent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lank.pptx" id="{5C5D5A0E-3112-4AC5-A96F-8949CA43C739}" vid="{8D42C87D-71DC-4989-A6EF-B34D40F243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5F3CAF952192040AAB713F34319851E" ma:contentTypeVersion="4" ma:contentTypeDescription="Create a new document." ma:contentTypeScope="" ma:versionID="f1eb28ac4685b1a2262a9a88cfda33b1">
  <xsd:schema xmlns:xsd="http://www.w3.org/2001/XMLSchema" xmlns:xs="http://www.w3.org/2001/XMLSchema" xmlns:p="http://schemas.microsoft.com/office/2006/metadata/properties" xmlns:ns2="c40ae5fc-7b09-4ed8-98ec-41d66d373f46" xmlns:ns3="f48b8b9b-0286-4f1b-b994-d796940a346e" targetNamespace="http://schemas.microsoft.com/office/2006/metadata/properties" ma:root="true" ma:fieldsID="6732f02d6111085f2d3d69d8f71396d4" ns2:_="" ns3:_="">
    <xsd:import namespace="c40ae5fc-7b09-4ed8-98ec-41d66d373f46"/>
    <xsd:import namespace="f48b8b9b-0286-4f1b-b994-d796940a346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0ae5fc-7b09-4ed8-98ec-41d66d373f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48b8b9b-0286-4f1b-b994-d796940a346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10AD77A-EA0D-4DA2-B0C2-74C3916E5952}">
  <ds:schemaRefs>
    <ds:schemaRef ds:uri="http://www.w3.org/XML/1998/namespace"/>
    <ds:schemaRef ds:uri="http://schemas.microsoft.com/office/2006/documentManagement/types"/>
    <ds:schemaRef ds:uri="http://schemas.microsoft.com/office/2006/metadata/properties"/>
    <ds:schemaRef ds:uri="http://purl.org/dc/terms/"/>
    <ds:schemaRef ds:uri="http://purl.org/dc/elements/1.1/"/>
    <ds:schemaRef ds:uri="c40ae5fc-7b09-4ed8-98ec-41d66d373f46"/>
    <ds:schemaRef ds:uri="f48b8b9b-0286-4f1b-b994-d796940a346e"/>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1EEB945B-0013-4A9D-BB45-287EF5FF63ED}">
  <ds:schemaRefs>
    <ds:schemaRef ds:uri="http://schemas.microsoft.com/sharepoint/v3/contenttype/forms"/>
  </ds:schemaRefs>
</ds:datastoreItem>
</file>

<file path=customXml/itemProps3.xml><?xml version="1.0" encoding="utf-8"?>
<ds:datastoreItem xmlns:ds="http://schemas.openxmlformats.org/officeDocument/2006/customXml" ds:itemID="{5593AA88-5350-410D-8094-1100F1DA31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0ae5fc-7b09-4ed8-98ec-41d66d373f46"/>
    <ds:schemaRef ds:uri="f48b8b9b-0286-4f1b-b994-d796940a346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4405</TotalTime>
  <Words>2131</Words>
  <Application>Microsoft Office PowerPoint</Application>
  <PresentationFormat>On-screen Show (16:9)</PresentationFormat>
  <Paragraphs>572</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Architects Daughter</vt:lpstr>
      <vt:lpstr>Arial</vt:lpstr>
      <vt:lpstr>Calibri</vt:lpstr>
      <vt:lpstr>Calibri Light</vt:lpstr>
      <vt:lpstr>Wingdings</vt:lpstr>
      <vt:lpstr>Wipro 2017 PPT Theme</vt:lpstr>
      <vt:lpstr>DIGITAL SCENARIOS</vt:lpstr>
      <vt:lpstr>PowerPoint Presentation</vt:lpstr>
      <vt:lpstr>PowerPoint Presentation</vt:lpstr>
      <vt:lpstr>PowerPoint Presentation</vt:lpstr>
      <vt:lpstr>PowerPoint Presentation</vt:lpstr>
      <vt:lpstr>Architecture phase</vt:lpstr>
      <vt:lpstr>PowerPoint Presentation</vt:lpstr>
      <vt:lpstr>PowerPoint Presentation</vt:lpstr>
      <vt:lpstr>Bounded Context with Ubiquitous Language </vt:lpstr>
      <vt:lpstr>Bounded Context with Ubiquitous Language cont.</vt:lpstr>
      <vt:lpstr>Context Mapping</vt:lpstr>
      <vt:lpstr>Context Mapping contd</vt:lpstr>
      <vt:lpstr>PowerPoint Presentation</vt:lpstr>
      <vt:lpstr>PowerPoint Presentation</vt:lpstr>
      <vt:lpstr>Domain Model – Domain Events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Wipro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Microservices  Case Study Assignment</dc:title>
  <dc:subject>Corp_Presentation_Template</dc:subject>
  <dc:creator>Akash Banerjee (TT Architect Academy)</dc:creator>
  <cp:lastModifiedBy>Manasa Batthina</cp:lastModifiedBy>
  <cp:revision>83</cp:revision>
  <dcterms:created xsi:type="dcterms:W3CDTF">2018-11-19T09:11:03Z</dcterms:created>
  <dcterms:modified xsi:type="dcterms:W3CDTF">2026-03-14T06:33:15Z</dcterms:modified>
  <cp:contentStatus>2017</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9a70571-31c6-4603-80c1-ef2fb871a62a_Enabled">
    <vt:lpwstr>True</vt:lpwstr>
  </property>
  <property fmtid="{D5CDD505-2E9C-101B-9397-08002B2CF9AE}" pid="3" name="MSIP_Label_b9a70571-31c6-4603-80c1-ef2fb871a62a_SiteId">
    <vt:lpwstr>258ac4e4-146a-411e-9dc8-79a9e12fd6da</vt:lpwstr>
  </property>
  <property fmtid="{D5CDD505-2E9C-101B-9397-08002B2CF9AE}" pid="4" name="MSIP_Label_b9a70571-31c6-4603-80c1-ef2fb871a62a_Ref">
    <vt:lpwstr>https://api.informationprotection.azure.com/api/258ac4e4-146a-411e-9dc8-79a9e12fd6da</vt:lpwstr>
  </property>
  <property fmtid="{D5CDD505-2E9C-101B-9397-08002B2CF9AE}" pid="5" name="MSIP_Label_b9a70571-31c6-4603-80c1-ef2fb871a62a_Owner">
    <vt:lpwstr>akba@wipro.com</vt:lpwstr>
  </property>
  <property fmtid="{D5CDD505-2E9C-101B-9397-08002B2CF9AE}" pid="6" name="MSIP_Label_b9a70571-31c6-4603-80c1-ef2fb871a62a_SetDate">
    <vt:lpwstr>2018-11-19T14:55:40.7154270+05:30</vt:lpwstr>
  </property>
  <property fmtid="{D5CDD505-2E9C-101B-9397-08002B2CF9AE}" pid="7" name="MSIP_Label_b9a70571-31c6-4603-80c1-ef2fb871a62a_Name">
    <vt:lpwstr>Internal and Restricted</vt:lpwstr>
  </property>
  <property fmtid="{D5CDD505-2E9C-101B-9397-08002B2CF9AE}" pid="8" name="MSIP_Label_b9a70571-31c6-4603-80c1-ef2fb871a62a_Application">
    <vt:lpwstr>Microsoft Azure Information Protection</vt:lpwstr>
  </property>
  <property fmtid="{D5CDD505-2E9C-101B-9397-08002B2CF9AE}" pid="9" name="MSIP_Label_b9a70571-31c6-4603-80c1-ef2fb871a62a_Extended_MSFT_Method">
    <vt:lpwstr>Automatic</vt:lpwstr>
  </property>
  <property fmtid="{D5CDD505-2E9C-101B-9397-08002B2CF9AE}" pid="10" name="Sensitivity">
    <vt:lpwstr>Internal and Restricted</vt:lpwstr>
  </property>
  <property fmtid="{D5CDD505-2E9C-101B-9397-08002B2CF9AE}" pid="11" name="ContentTypeId">
    <vt:lpwstr>0x010100B5F3CAF952192040AAB713F34319851E</vt:lpwstr>
  </property>
</Properties>
</file>